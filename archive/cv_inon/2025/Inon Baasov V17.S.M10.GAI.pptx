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385A0-0620-446D-A1AC-86B88E7722FE}" v="2" dt="2026-01-01T15:28:15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200" d="100"/>
          <a:sy n="200" d="100"/>
        </p:scale>
        <p:origin x="828" y="-3690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6-01-01T15:32:28.647" v="718" actId="6549"/>
      <pc:docMkLst>
        <pc:docMk/>
      </pc:docMkLst>
      <pc:sldChg chg="modSp mod">
        <pc:chgData name="Inon Baasov" userId="675f8575db202d33" providerId="LiveId" clId="{6535A8C2-D6D1-40A6-B57B-6CAB1510FB70}" dt="2026-01-01T15:32:28.647" v="718" actId="6549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01T15:32:28.292" v="716" actId="20577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01T15:32:28.647" v="718" actId="6549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01T15:32:24.860" v="700" actId="1036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01T15:32:24.860" v="700" actId="1036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01T15:32:24.860" v="700" actId="1036"/>
          <ac:spMkLst>
            <pc:docMk/>
            <pc:sldMk cId="1945325877" sldId="260"/>
            <ac:spMk id="11" creationId="{D6C75DF8-197B-BFD3-34D2-297D5EA3D213}"/>
          </ac:spMkLst>
        </pc:spChg>
        <pc:spChg chg="mod">
          <ac:chgData name="Inon Baasov" userId="675f8575db202d33" providerId="LiveId" clId="{6535A8C2-D6D1-40A6-B57B-6CAB1510FB70}" dt="2026-01-01T15:32:24.860" v="700" actId="1036"/>
          <ac:spMkLst>
            <pc:docMk/>
            <pc:sldMk cId="1945325877" sldId="260"/>
            <ac:spMk id="154" creationId="{7B120799-BCC3-8E46-2EA5-CFAE368C1FC7}"/>
          </ac:spMkLst>
        </pc:spChg>
        <pc:grpChg chg="mod">
          <ac:chgData name="Inon Baasov" userId="675f8575db202d33" providerId="LiveId" clId="{6535A8C2-D6D1-40A6-B57B-6CAB1510FB70}" dt="2026-01-01T15:32:25.886" v="703" actId="1036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6-01-01T15:32:25.886" v="703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6967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6976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6981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2315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27665" y="2094467"/>
            <a:ext cx="6400585" cy="1341939"/>
            <a:chOff x="93673" y="1854031"/>
            <a:chExt cx="2936874" cy="500236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9725"/>
              <a:ext cx="2936874" cy="424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endParaRPr lang="en-US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</a:rPr>
                <a:t>Executive MBA, </a:t>
              </a:r>
              <a:r>
                <a:rPr lang="en-US" sz="1100" dirty="0">
                  <a:latin typeface="Overpass" pitchFamily="2" charset="0"/>
                </a:rPr>
                <a:t>Entrepreneurship &amp; Management in High-Tech Industries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b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Focused on strategic product development, global leadership, and high-tech innovation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he-IL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 University, Montreal,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27685" y="881036"/>
            <a:ext cx="6503315" cy="1334211"/>
            <a:chOff x="2730795" y="1315393"/>
            <a:chExt cx="4090720" cy="1976435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7"/>
              <a:ext cx="4090720" cy="1641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GenAI Product Manager with 10+ years leading SaaS, AdTech, and e‑commerce products. Co‑founder/Product Lead for an AI‑powered interactive video platform ($2.5M seed). Currently advising startups on AI product strategy and execution. LLM feature design, rapid prototyping and experimentation, data‑driven roadmaps, and cross‑functional delivery across Web/Mobile/Smart‑TV. Experienced working with cloud platforms and integrating AI capabilities responsibly (privacy, safety, evaluation), aligning technical feasibility with measurable business outcomes.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4171" y="3388327"/>
            <a:ext cx="6682857" cy="5488042"/>
            <a:chOff x="161926" y="3400043"/>
            <a:chExt cx="6680554" cy="512375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00043"/>
              <a:ext cx="6680554" cy="5123758"/>
              <a:chOff x="78398" y="3384334"/>
              <a:chExt cx="6810207" cy="384740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384334"/>
                <a:ext cx="6718755" cy="3847405"/>
                <a:chOff x="-24741" y="2560328"/>
                <a:chExt cx="6949855" cy="2983895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172199"/>
                  <a:ext cx="6943718" cy="9860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-</a:t>
                  </a:r>
                  <a:r>
                    <a:rPr lang="en-US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	</a:t>
                  </a:r>
                  <a:r>
                    <a:rPr lang="en-IL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Senior Product Manager            			2015 - 2018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delivery of multiple platform initiatives; introduced Agile frameworks that reduced time‑to‑market by 20% and increased execution predictability.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Led global development and external UX partners; aligned stakeholders, budgets, and timelines to meet business goals.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Set data‑driven KPIs; improved engagement and retention.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Product Manager  				2013 - 2015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Grew adoption +22% QoQ; revenue +15% via focused delivery.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60328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5097738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		2011 - 2013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- Led QA and compliance for medical food/device products.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307757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2009 - 2011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Pharmaceuticals Regulatory Consultant -</a:t>
                  </a:r>
                  <a:r>
                    <a:rPr lang="en-US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Managed pharma regulatory submissions and documentation.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477742"/>
                <a:ext cx="6810206" cy="1042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-</a:t>
                </a:r>
                <a:r>
                  <a:rPr lang="en-US" sz="1200" i="1" dirty="0">
                    <a:latin typeface="Overpass" pitchFamily="2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AI-powered Interactive Video SaaS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 2018 - 2024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100" b="1" dirty="0">
                    <a:latin typeface="Overpass" pitchFamily="2" charset="0"/>
                  </a:rPr>
                  <a:t>Co-Founder &amp; Product Lead</a:t>
                </a:r>
                <a:endParaRPr lang="en-US" sz="1100" i="1" dirty="0">
                  <a:latin typeface="Overpass" pitchFamily="2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Defined and executed roadmap for an AI‑powered interactive video SaaS; raised $2.5M seed funding.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Led cross‑functional teams (engineering, design, QA, data) to ship multi‑platform releases across Web, Mobile, and Smart‑TV under Agile.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Drove experimentation and feature iteration using analytics and product telemetry; improved user engagement/retention via smarter on‑video interactions and flows.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Built partnerships with enterprise clients and tech vendors;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84260"/>
              <a:ext cx="6568161" cy="130443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Self-employed		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Advise startups on AI product strategy, from problem discovery to prototype. Companies: 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, Smash+,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dirty="0" err="1">
                  <a:latin typeface="Overpass" pitchFamily="2" charset="0"/>
                </a:rPr>
                <a:t>Yazamos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Translate customer problems into GenAI opportunities; frame hypotheses, define success metrics, and run lean experiments/prototypes to validate UX and impact. Collaborate with founders/engineering on model usage patterns (APIs, orchestration), data pipelines, and evaluation loops to improve quality, latency, and cost.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117288</TotalTime>
  <Words>517</Words>
  <Application>Microsoft Office PowerPoint</Application>
  <PresentationFormat>Letter Paper (8.5x11 in)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14</cp:revision>
  <dcterms:created xsi:type="dcterms:W3CDTF">2024-07-25T09:15:15Z</dcterms:created>
  <dcterms:modified xsi:type="dcterms:W3CDTF">2026-01-01T15:32:32Z</dcterms:modified>
</cp:coreProperties>
</file>