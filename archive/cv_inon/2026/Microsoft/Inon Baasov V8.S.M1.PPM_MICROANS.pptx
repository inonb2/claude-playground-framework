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60" r:id="rId2"/>
  </p:sldIdLst>
  <p:sldSz cx="7559675" cy="10691813"/>
  <p:notesSz cx="6858000" cy="9144000"/>
  <p:defaultTextStyle>
    <a:defPPr>
      <a:defRPr lang="en-US"/>
    </a:defPPr>
    <a:lvl1pPr marL="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1pPr>
    <a:lvl2pPr marL="521437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2pPr>
    <a:lvl3pPr marL="104287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3pPr>
    <a:lvl4pPr marL="156431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4pPr>
    <a:lvl5pPr marL="2085746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5pPr>
    <a:lvl6pPr marL="260718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6pPr>
    <a:lvl7pPr marL="312862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7pPr>
    <a:lvl8pPr marL="3650056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8pPr>
    <a:lvl9pPr marL="417149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398" userDrawn="1">
          <p15:clr>
            <a:srgbClr val="A4A3A4"/>
          </p15:clr>
        </p15:guide>
        <p15:guide id="2" pos="291" userDrawn="1">
          <p15:clr>
            <a:srgbClr val="A4A3A4"/>
          </p15:clr>
        </p15:guide>
        <p15:guide id="3" pos="4471" userDrawn="1">
          <p15:clr>
            <a:srgbClr val="A4A3A4"/>
          </p15:clr>
        </p15:guide>
        <p15:guide id="4" orient="horz" pos="561" userDrawn="1">
          <p15:clr>
            <a:srgbClr val="A4A3A4"/>
          </p15:clr>
        </p15:guide>
        <p15:guide id="5" pos="243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ABE2"/>
    <a:srgbClr val="5E429C"/>
    <a:srgbClr val="4E3781"/>
    <a:srgbClr val="7233FF"/>
    <a:srgbClr val="726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E5D9CA-8B2C-45B8-B4B7-09DF50032F2A}" v="8" dt="2026-01-25T14:09:45.5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42" autoAdjust="0"/>
    <p:restoredTop sz="95223" autoAdjust="0"/>
  </p:normalViewPr>
  <p:slideViewPr>
    <p:cSldViewPr snapToGrid="0" snapToObjects="1" showGuides="1">
      <p:cViewPr>
        <p:scale>
          <a:sx n="125" d="100"/>
          <a:sy n="125" d="100"/>
        </p:scale>
        <p:origin x="1386" y="-210"/>
      </p:cViewPr>
      <p:guideLst>
        <p:guide orient="horz" pos="6398"/>
        <p:guide pos="291"/>
        <p:guide pos="4471"/>
        <p:guide orient="horz" pos="561"/>
        <p:guide pos="243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65" d="100"/>
          <a:sy n="65" d="100"/>
        </p:scale>
        <p:origin x="3082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microsoft.com/office/2018/10/relationships/authors" Target="author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on Baasov" userId="675f8575db202d33" providerId="LiveId" clId="{6535A8C2-D6D1-40A6-B57B-6CAB1510FB70}"/>
    <pc:docChg chg="undo custSel modSld">
      <pc:chgData name="Inon Baasov" userId="675f8575db202d33" providerId="LiveId" clId="{6535A8C2-D6D1-40A6-B57B-6CAB1510FB70}" dt="2026-01-25T14:11:04.859" v="828" actId="20577"/>
      <pc:docMkLst>
        <pc:docMk/>
      </pc:docMkLst>
      <pc:sldChg chg="addSp modSp mod">
        <pc:chgData name="Inon Baasov" userId="675f8575db202d33" providerId="LiveId" clId="{6535A8C2-D6D1-40A6-B57B-6CAB1510FB70}" dt="2026-01-25T14:11:04.859" v="828" actId="20577"/>
        <pc:sldMkLst>
          <pc:docMk/>
          <pc:sldMk cId="1945325877" sldId="260"/>
        </pc:sldMkLst>
        <pc:spChg chg="mod">
          <ac:chgData name="Inon Baasov" userId="675f8575db202d33" providerId="LiveId" clId="{6535A8C2-D6D1-40A6-B57B-6CAB1510FB70}" dt="2026-01-25T14:09:56.598" v="814" actId="1036"/>
          <ac:spMkLst>
            <pc:docMk/>
            <pc:sldMk cId="1945325877" sldId="260"/>
            <ac:spMk id="4" creationId="{A14E25B9-74B7-1D86-F100-61C9666B8B8B}"/>
          </ac:spMkLst>
        </pc:spChg>
        <pc:spChg chg="mod">
          <ac:chgData name="Inon Baasov" userId="675f8575db202d33" providerId="LiveId" clId="{6535A8C2-D6D1-40A6-B57B-6CAB1510FB70}" dt="2026-01-25T14:11:04.859" v="828" actId="20577"/>
          <ac:spMkLst>
            <pc:docMk/>
            <pc:sldMk cId="1945325877" sldId="260"/>
            <ac:spMk id="5" creationId="{CD85A639-1B8A-878B-04BB-3EE82339007A}"/>
          </ac:spMkLst>
        </pc:spChg>
        <pc:spChg chg="mod">
          <ac:chgData name="Inon Baasov" userId="675f8575db202d33" providerId="LiveId" clId="{6535A8C2-D6D1-40A6-B57B-6CAB1510FB70}" dt="2026-01-25T14:10:43.981" v="825" actId="403"/>
          <ac:spMkLst>
            <pc:docMk/>
            <pc:sldMk cId="1945325877" sldId="260"/>
            <ac:spMk id="7" creationId="{C74AC998-3F7B-596D-682D-63841FD8BC26}"/>
          </ac:spMkLst>
        </pc:spChg>
        <pc:spChg chg="mod">
          <ac:chgData name="Inon Baasov" userId="675f8575db202d33" providerId="LiveId" clId="{6535A8C2-D6D1-40A6-B57B-6CAB1510FB70}" dt="2026-01-25T14:08:24.359" v="757" actId="1036"/>
          <ac:spMkLst>
            <pc:docMk/>
            <pc:sldMk cId="1945325877" sldId="260"/>
            <ac:spMk id="9" creationId="{6871FAD5-DAC9-2E88-43EE-71DE2313B5BC}"/>
          </ac:spMkLst>
        </pc:spChg>
        <pc:spChg chg="mod">
          <ac:chgData name="Inon Baasov" userId="675f8575db202d33" providerId="LiveId" clId="{6535A8C2-D6D1-40A6-B57B-6CAB1510FB70}" dt="2026-01-25T14:08:24.359" v="757" actId="1036"/>
          <ac:spMkLst>
            <pc:docMk/>
            <pc:sldMk cId="1945325877" sldId="260"/>
            <ac:spMk id="10" creationId="{BA499EBC-730C-6472-42B1-4FBCAD1BA552}"/>
          </ac:spMkLst>
        </pc:spChg>
        <pc:spChg chg="mod">
          <ac:chgData name="Inon Baasov" userId="675f8575db202d33" providerId="LiveId" clId="{6535A8C2-D6D1-40A6-B57B-6CAB1510FB70}" dt="2026-01-25T14:10:37.653" v="824" actId="114"/>
          <ac:spMkLst>
            <pc:docMk/>
            <pc:sldMk cId="1945325877" sldId="260"/>
            <ac:spMk id="11" creationId="{D6C75DF8-197B-BFD3-34D2-297D5EA3D213}"/>
          </ac:spMkLst>
        </pc:spChg>
        <pc:spChg chg="add mod">
          <ac:chgData name="Inon Baasov" userId="675f8575db202d33" providerId="LiveId" clId="{6535A8C2-D6D1-40A6-B57B-6CAB1510FB70}" dt="2026-01-25T14:10:04.635" v="818" actId="1036"/>
          <ac:spMkLst>
            <pc:docMk/>
            <pc:sldMk cId="1945325877" sldId="260"/>
            <ac:spMk id="13" creationId="{7446971A-32E5-999B-B7CF-FBFA8560B9B3}"/>
          </ac:spMkLst>
        </pc:spChg>
        <pc:spChg chg="add mod">
          <ac:chgData name="Inon Baasov" userId="675f8575db202d33" providerId="LiveId" clId="{6535A8C2-D6D1-40A6-B57B-6CAB1510FB70}" dt="2026-01-25T14:09:45.557" v="807" actId="164"/>
          <ac:spMkLst>
            <pc:docMk/>
            <pc:sldMk cId="1945325877" sldId="260"/>
            <ac:spMk id="14" creationId="{69F44EC3-73DD-F80C-06B6-D456E5B20853}"/>
          </ac:spMkLst>
        </pc:spChg>
        <pc:spChg chg="add mod">
          <ac:chgData name="Inon Baasov" userId="675f8575db202d33" providerId="LiveId" clId="{6535A8C2-D6D1-40A6-B57B-6CAB1510FB70}" dt="2026-01-25T14:09:16.417" v="789" actId="1036"/>
          <ac:spMkLst>
            <pc:docMk/>
            <pc:sldMk cId="1945325877" sldId="260"/>
            <ac:spMk id="15" creationId="{A4956B91-AE85-A1FD-49EE-246DEA9EDC28}"/>
          </ac:spMkLst>
        </pc:spChg>
        <pc:spChg chg="mod">
          <ac:chgData name="Inon Baasov" userId="675f8575db202d33" providerId="LiveId" clId="{6535A8C2-D6D1-40A6-B57B-6CAB1510FB70}" dt="2026-01-25T14:10:27.590" v="821" actId="114"/>
          <ac:spMkLst>
            <pc:docMk/>
            <pc:sldMk cId="1945325877" sldId="260"/>
            <ac:spMk id="154" creationId="{7B120799-BCC3-8E46-2EA5-CFAE368C1FC7}"/>
          </ac:spMkLst>
        </pc:spChg>
        <pc:spChg chg="mod">
          <ac:chgData name="Inon Baasov" userId="675f8575db202d33" providerId="LiveId" clId="{6535A8C2-D6D1-40A6-B57B-6CAB1510FB70}" dt="2026-01-25T10:04:52.937" v="124" actId="1035"/>
          <ac:spMkLst>
            <pc:docMk/>
            <pc:sldMk cId="1945325877" sldId="260"/>
            <ac:spMk id="242" creationId="{736313EA-3C2D-C5A9-2ED3-22681A16B477}"/>
          </ac:spMkLst>
        </pc:spChg>
        <pc:grpChg chg="mod">
          <ac:chgData name="Inon Baasov" userId="675f8575db202d33" providerId="LiveId" clId="{6535A8C2-D6D1-40A6-B57B-6CAB1510FB70}" dt="2026-01-25T14:09:45.557" v="807" actId="164"/>
          <ac:grpSpMkLst>
            <pc:docMk/>
            <pc:sldMk cId="1945325877" sldId="260"/>
            <ac:grpSpMk id="2" creationId="{E8F3DD04-3596-890A-0289-4F6EC51FBB48}"/>
          </ac:grpSpMkLst>
        </pc:grpChg>
        <pc:grpChg chg="mod">
          <ac:chgData name="Inon Baasov" userId="675f8575db202d33" providerId="LiveId" clId="{6535A8C2-D6D1-40A6-B57B-6CAB1510FB70}" dt="2026-01-25T14:09:37.273" v="806" actId="164"/>
          <ac:grpSpMkLst>
            <pc:docMk/>
            <pc:sldMk cId="1945325877" sldId="260"/>
            <ac:grpSpMk id="8" creationId="{0706554B-DAEA-F04A-7818-F1555F0613DF}"/>
          </ac:grpSpMkLst>
        </pc:grpChg>
        <pc:grpChg chg="add mod">
          <ac:chgData name="Inon Baasov" userId="675f8575db202d33" providerId="LiveId" clId="{6535A8C2-D6D1-40A6-B57B-6CAB1510FB70}" dt="2026-01-25T14:09:37.273" v="806" actId="164"/>
          <ac:grpSpMkLst>
            <pc:docMk/>
            <pc:sldMk cId="1945325877" sldId="260"/>
            <ac:grpSpMk id="16" creationId="{9F1C0C23-728D-202C-A302-9ED9B33BE29C}"/>
          </ac:grpSpMkLst>
        </pc:grpChg>
        <pc:grpChg chg="add mod">
          <ac:chgData name="Inon Baasov" userId="675f8575db202d33" providerId="LiveId" clId="{6535A8C2-D6D1-40A6-B57B-6CAB1510FB70}" dt="2026-01-25T14:09:50.850" v="810" actId="1036"/>
          <ac:grpSpMkLst>
            <pc:docMk/>
            <pc:sldMk cId="1945325877" sldId="260"/>
            <ac:grpSpMk id="17" creationId="{121F7161-B70C-743E-D97A-858CF7F79C9E}"/>
          </ac:grpSpMkLst>
        </pc:grpChg>
        <pc:grpChg chg="mod">
          <ac:chgData name="Inon Baasov" userId="675f8575db202d33" providerId="LiveId" clId="{6535A8C2-D6D1-40A6-B57B-6CAB1510FB70}" dt="2026-01-25T14:09:16.417" v="789" actId="1036"/>
          <ac:grpSpMkLst>
            <pc:docMk/>
            <pc:sldMk cId="1945325877" sldId="260"/>
            <ac:grpSpMk id="236" creationId="{BA846034-E5B0-1F9D-ABEB-DA7831B54ABD}"/>
          </ac:grpSpMkLst>
        </pc:gr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BD6D3A-6FF1-3245-8C0C-0CDAD9137D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41029F-5AC1-4540-B209-199E706F7F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396E7-87BF-864A-BE04-A221C272D6E1}" type="datetimeFigureOut">
              <a:rPr lang="en-US" smtClean="0"/>
              <a:t>1/25/2026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4ECBB-A41A-8545-BE90-99EEEFFE58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882C71-B8E6-9B4A-85BE-BA104C2C46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C17898-3A10-CF44-A552-3280948685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2521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BDC7F0-27B3-48E7-9288-964E7EEDAEE4}" type="datetimeFigureOut">
              <a:rPr lang="en-US" smtClean="0"/>
              <a:t>1/25/2026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E8996-8344-4FE8-B696-CB62494C53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590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1pPr>
    <a:lvl2pPr marL="521437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2pPr>
    <a:lvl3pPr marL="104287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3pPr>
    <a:lvl4pPr marL="156431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4pPr>
    <a:lvl5pPr marL="2085746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5pPr>
    <a:lvl6pPr marL="260718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6pPr>
    <a:lvl7pPr marL="312862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7pPr>
    <a:lvl8pPr marL="3650056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8pPr>
    <a:lvl9pPr marL="417149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23628FB-09C0-9218-8AD8-484522160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3427053" cy="10691813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53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FB405A6-4054-4F5B-DFE8-CC8F1C8A40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3427" y="391048"/>
            <a:ext cx="2808595" cy="2066589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5" name="Subtitle 1">
            <a:extLst>
              <a:ext uri="{FF2B5EF4-FFF2-40B4-BE49-F238E27FC236}">
                <a16:creationId xmlns:a16="http://schemas.microsoft.com/office/drawing/2014/main" id="{B5BBB822-3F61-8847-9FE1-AC2152B707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3427" y="2526988"/>
            <a:ext cx="2486644" cy="478904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BB9DCF0-3C53-572B-BEDB-E6FF6DAEEE8C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433914" y="2963717"/>
            <a:ext cx="221750" cy="23522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Text Placeholder 1">
            <a:extLst>
              <a:ext uri="{FF2B5EF4-FFF2-40B4-BE49-F238E27FC236}">
                <a16:creationId xmlns:a16="http://schemas.microsoft.com/office/drawing/2014/main" id="{848FBFDE-1CD7-2BB9-4D11-81BF1341E12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70872" y="2960529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5D02C291-F6CF-ACA7-A85C-5A6C8466216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33914" y="3254448"/>
            <a:ext cx="221750" cy="23522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A07DDA14-3480-A3E9-1F0C-6BFCC39A012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70872" y="3253434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738550BD-6F22-25CD-EC94-B9BAA332E79B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433914" y="3558544"/>
            <a:ext cx="221750" cy="23522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DD77BF0B-2F4E-26FF-6061-CE3BA6AE8A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70872" y="3553649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DD302E13-9436-7180-A8BD-EA7BB15859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3427" y="4158175"/>
            <a:ext cx="2486644" cy="478904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1F5ACFB8-6727-BA0B-8F16-5BD074AF867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81978" y="4612322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5537FE34-0820-E912-112A-604D2E8B6F7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3785" y="4834106"/>
            <a:ext cx="2486644" cy="659880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" name="Subtitle 3">
            <a:extLst>
              <a:ext uri="{FF2B5EF4-FFF2-40B4-BE49-F238E27FC236}">
                <a16:creationId xmlns:a16="http://schemas.microsoft.com/office/drawing/2014/main" id="{87ABDC44-9CB6-639F-8113-C39B4DC570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0505" y="5675743"/>
            <a:ext cx="2486644" cy="478904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25B77BB7-8B1E-B710-335A-667CFA293FA8}"/>
              </a:ext>
            </a:extLst>
          </p:cNvPr>
          <p:cNvSpPr>
            <a:spLocks noGrp="1"/>
          </p:cNvSpPr>
          <p:nvPr userDrawn="1">
            <p:ph type="body" sz="quarter" idx="45" hasCustomPrompt="1"/>
          </p:nvPr>
        </p:nvSpPr>
        <p:spPr>
          <a:xfrm>
            <a:off x="481142" y="6182131"/>
            <a:ext cx="2015913" cy="74843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205191D3-01D5-CF69-3362-65A63E79FFFB}"/>
              </a:ext>
            </a:extLst>
          </p:cNvPr>
          <p:cNvSpPr>
            <a:spLocks noGrp="1"/>
          </p:cNvSpPr>
          <p:nvPr userDrawn="1">
            <p:ph type="body" sz="quarter" idx="50" hasCustomPrompt="1"/>
          </p:nvPr>
        </p:nvSpPr>
        <p:spPr>
          <a:xfrm>
            <a:off x="481142" y="6182131"/>
            <a:ext cx="1441378" cy="74843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7B91F810-8716-53AA-45FC-BEB0D903510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89988" y="6247118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5100E32E-1E3F-0B39-F82A-95CA4FABA806}"/>
              </a:ext>
            </a:extLst>
          </p:cNvPr>
          <p:cNvSpPr>
            <a:spLocks noGrp="1"/>
          </p:cNvSpPr>
          <p:nvPr userDrawn="1">
            <p:ph type="body" sz="quarter" idx="46" hasCustomPrompt="1"/>
          </p:nvPr>
        </p:nvSpPr>
        <p:spPr>
          <a:xfrm>
            <a:off x="481142" y="6604379"/>
            <a:ext cx="2015913" cy="74843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4E4A64E9-E99A-661C-14D2-3651D11A4D39}"/>
              </a:ext>
            </a:extLst>
          </p:cNvPr>
          <p:cNvSpPr>
            <a:spLocks noGrp="1"/>
          </p:cNvSpPr>
          <p:nvPr userDrawn="1">
            <p:ph type="body" sz="quarter" idx="51" hasCustomPrompt="1"/>
          </p:nvPr>
        </p:nvSpPr>
        <p:spPr>
          <a:xfrm>
            <a:off x="481142" y="6604379"/>
            <a:ext cx="1915118" cy="74843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374C7F2F-446E-F9EB-F954-E1237F4FB37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89988" y="6670335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72285F55-A7F4-BFBA-87CF-6E9EC63501EA}"/>
              </a:ext>
            </a:extLst>
          </p:cNvPr>
          <p:cNvSpPr>
            <a:spLocks noGrp="1"/>
          </p:cNvSpPr>
          <p:nvPr userDrawn="1">
            <p:ph type="body" sz="quarter" idx="47" hasCustomPrompt="1"/>
          </p:nvPr>
        </p:nvSpPr>
        <p:spPr>
          <a:xfrm>
            <a:off x="481142" y="7032218"/>
            <a:ext cx="2015913" cy="74843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861B721E-905B-B616-1FDC-23DA0F8D7988}"/>
              </a:ext>
            </a:extLst>
          </p:cNvPr>
          <p:cNvSpPr>
            <a:spLocks noGrp="1"/>
          </p:cNvSpPr>
          <p:nvPr userDrawn="1">
            <p:ph type="body" sz="quarter" idx="52" hasCustomPrompt="1"/>
          </p:nvPr>
        </p:nvSpPr>
        <p:spPr>
          <a:xfrm>
            <a:off x="481142" y="7032218"/>
            <a:ext cx="1915118" cy="74843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4" name="Text Placeholder 8">
            <a:extLst>
              <a:ext uri="{FF2B5EF4-FFF2-40B4-BE49-F238E27FC236}">
                <a16:creationId xmlns:a16="http://schemas.microsoft.com/office/drawing/2014/main" id="{70A1DD9E-5637-BED4-D81D-26769E3A1D9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89988" y="7111203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68195B5E-5A92-9DF8-69E6-1FDEF8625DA3}"/>
              </a:ext>
            </a:extLst>
          </p:cNvPr>
          <p:cNvSpPr>
            <a:spLocks noGrp="1"/>
          </p:cNvSpPr>
          <p:nvPr userDrawn="1">
            <p:ph type="body" sz="quarter" idx="48" hasCustomPrompt="1"/>
          </p:nvPr>
        </p:nvSpPr>
        <p:spPr>
          <a:xfrm>
            <a:off x="481142" y="7460784"/>
            <a:ext cx="2015913" cy="74843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9C13429E-3EB9-27EB-6C4C-198B8A05AE09}"/>
              </a:ext>
            </a:extLst>
          </p:cNvPr>
          <p:cNvSpPr>
            <a:spLocks noGrp="1"/>
          </p:cNvSpPr>
          <p:nvPr userDrawn="1">
            <p:ph type="body" sz="quarter" idx="53" hasCustomPrompt="1"/>
          </p:nvPr>
        </p:nvSpPr>
        <p:spPr>
          <a:xfrm>
            <a:off x="481142" y="7460784"/>
            <a:ext cx="1582492" cy="74843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30F8E052-026B-A2C7-00F9-5A8191673A2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3427" y="7533471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EFFA591-7752-F08D-E538-700399739FF7}"/>
              </a:ext>
            </a:extLst>
          </p:cNvPr>
          <p:cNvSpPr>
            <a:spLocks noGrp="1"/>
          </p:cNvSpPr>
          <p:nvPr userDrawn="1">
            <p:ph type="body" sz="quarter" idx="49" hasCustomPrompt="1"/>
          </p:nvPr>
        </p:nvSpPr>
        <p:spPr>
          <a:xfrm>
            <a:off x="481142" y="7890056"/>
            <a:ext cx="2015913" cy="74843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84336FE2-8214-1829-A7AF-834DFC3FBA72}"/>
              </a:ext>
            </a:extLst>
          </p:cNvPr>
          <p:cNvSpPr>
            <a:spLocks noGrp="1"/>
          </p:cNvSpPr>
          <p:nvPr userDrawn="1">
            <p:ph type="body" sz="quarter" idx="54" hasCustomPrompt="1"/>
          </p:nvPr>
        </p:nvSpPr>
        <p:spPr>
          <a:xfrm>
            <a:off x="481142" y="7890056"/>
            <a:ext cx="1582492" cy="74843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2D92D201-D478-AF77-91E0-D694221200A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90505" y="7959197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Subtitle 4">
            <a:extLst>
              <a:ext uri="{FF2B5EF4-FFF2-40B4-BE49-F238E27FC236}">
                <a16:creationId xmlns:a16="http://schemas.microsoft.com/office/drawing/2014/main" id="{16EB345E-375D-D8CB-E3AB-9902A9952D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2670" y="8557631"/>
            <a:ext cx="2486644" cy="478904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C77B420B-6BBC-FE4B-C5A3-C2ACD2A8777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3785" y="8997162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31D5C524-3FAF-06D9-E34A-A072BA1EE26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83785" y="9306334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C2968ADF-5ABD-381F-F8DE-1924F7AE710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3785" y="9576132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" name="Subtitle 5">
            <a:extLst>
              <a:ext uri="{FF2B5EF4-FFF2-40B4-BE49-F238E27FC236}">
                <a16:creationId xmlns:a16="http://schemas.microsoft.com/office/drawing/2014/main" id="{57B755CC-C1F4-1BA2-EE05-6161797B11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60251" y="850719"/>
            <a:ext cx="2486644" cy="478904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6701F2F4-7594-5D03-D154-7ABCBE39DC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60251" y="1311014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BBFCDBE8-D7C4-CF4F-E94C-BBB350E776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60251" y="1532799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6EACADD5-0C03-B318-5BE9-37EFC79D59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60251" y="1787216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E6E42F90-B451-B5B0-7FE5-99BD43EE4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60252" y="2049679"/>
            <a:ext cx="3260109" cy="1491815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231BB45D-9F27-B4AC-930B-75553AB2F6D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60251" y="3603924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79396527-1343-6E5F-01F2-7F6787FC0A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60251" y="3861348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8" name="Text Placeholder 20">
            <a:extLst>
              <a:ext uri="{FF2B5EF4-FFF2-40B4-BE49-F238E27FC236}">
                <a16:creationId xmlns:a16="http://schemas.microsoft.com/office/drawing/2014/main" id="{5DD329E3-4DD8-5AAB-F563-041FA3DA46D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60251" y="4115765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AEF84B5D-0AD9-27D5-7981-DC077EDAA1C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60251" y="4399611"/>
            <a:ext cx="3362938" cy="1276132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3DE965BF-79E4-51BB-D900-79E59887459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60251" y="5714114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9045A0A8-0EF1-B403-236A-2DF3B7A058A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760251" y="5935899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1E1250C8-A56F-54E4-2F74-E8111C1EBBF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60251" y="6204572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5" name="Text Placeholder 25">
            <a:extLst>
              <a:ext uri="{FF2B5EF4-FFF2-40B4-BE49-F238E27FC236}">
                <a16:creationId xmlns:a16="http://schemas.microsoft.com/office/drawing/2014/main" id="{49A63675-1646-B628-7CDF-CC4F1FB368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60252" y="6481290"/>
            <a:ext cx="3356597" cy="1276132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Subtitle 6">
            <a:extLst>
              <a:ext uri="{FF2B5EF4-FFF2-40B4-BE49-F238E27FC236}">
                <a16:creationId xmlns:a16="http://schemas.microsoft.com/office/drawing/2014/main" id="{99A0F316-873B-EF84-45C8-62541070FC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60251" y="8027221"/>
            <a:ext cx="2486644" cy="478904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6" name="Text Placeholder 26">
            <a:extLst>
              <a:ext uri="{FF2B5EF4-FFF2-40B4-BE49-F238E27FC236}">
                <a16:creationId xmlns:a16="http://schemas.microsoft.com/office/drawing/2014/main" id="{4D514417-B19E-BA52-F9B2-8DCF47F55B6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760251" y="8471838"/>
            <a:ext cx="2486644" cy="150718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10476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238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8C10ABA-8587-C140-975A-2657A46279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8532" y="475488"/>
            <a:ext cx="5656172" cy="626181"/>
          </a:xfrm>
        </p:spPr>
        <p:txBody>
          <a:bodyPr lIns="0" rIns="0">
            <a:noAutofit/>
          </a:bodyPr>
          <a:lstStyle>
            <a:lvl1pPr>
              <a:defRPr sz="3600" b="0" i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noProof="0"/>
              <a:t>NAME HERE</a:t>
            </a:r>
          </a:p>
        </p:txBody>
      </p:sp>
      <p:sp>
        <p:nvSpPr>
          <p:cNvPr id="20" name="Text Placeholder 18" hidden="1">
            <a:extLst>
              <a:ext uri="{FF2B5EF4-FFF2-40B4-BE49-F238E27FC236}">
                <a16:creationId xmlns:a16="http://schemas.microsoft.com/office/drawing/2014/main" id="{5B977851-1691-7D44-B07D-01B553D099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9318" y="7362192"/>
            <a:ext cx="1691461" cy="27398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EDUCATION</a:t>
            </a:r>
          </a:p>
        </p:txBody>
      </p:sp>
      <p:sp>
        <p:nvSpPr>
          <p:cNvPr id="25" name="Text Placeholder 18" hidden="1">
            <a:extLst>
              <a:ext uri="{FF2B5EF4-FFF2-40B4-BE49-F238E27FC236}">
                <a16:creationId xmlns:a16="http://schemas.microsoft.com/office/drawing/2014/main" id="{420A5075-C2B7-444D-BC6C-6938ACA01F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20073" y="7721705"/>
            <a:ext cx="1499124" cy="316959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School Name</a:t>
            </a:r>
          </a:p>
        </p:txBody>
      </p:sp>
      <p:sp>
        <p:nvSpPr>
          <p:cNvPr id="30" name="Text Placeholder 18" hidden="1">
            <a:extLst>
              <a:ext uri="{FF2B5EF4-FFF2-40B4-BE49-F238E27FC236}">
                <a16:creationId xmlns:a16="http://schemas.microsoft.com/office/drawing/2014/main" id="{5C2D1E8C-5EC6-3F41-93FE-E77D60FCAF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0073" y="8001634"/>
            <a:ext cx="1499124" cy="238136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[Date From]-[To]</a:t>
            </a:r>
          </a:p>
        </p:txBody>
      </p:sp>
      <p:sp>
        <p:nvSpPr>
          <p:cNvPr id="31" name="Text Placeholder 18" hidden="1">
            <a:extLst>
              <a:ext uri="{FF2B5EF4-FFF2-40B4-BE49-F238E27FC236}">
                <a16:creationId xmlns:a16="http://schemas.microsoft.com/office/drawing/2014/main" id="{5262C941-7E67-EA41-A288-3F705E28D2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20073" y="8227082"/>
            <a:ext cx="1499124" cy="238136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 i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[Name of Degree]</a:t>
            </a:r>
          </a:p>
        </p:txBody>
      </p:sp>
      <p:sp>
        <p:nvSpPr>
          <p:cNvPr id="42" name="Text Placeholder 18" hidden="1">
            <a:extLst>
              <a:ext uri="{FF2B5EF4-FFF2-40B4-BE49-F238E27FC236}">
                <a16:creationId xmlns:a16="http://schemas.microsoft.com/office/drawing/2014/main" id="{BF56832D-FE58-2F46-9555-1CCA6C0981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08545" y="8231936"/>
            <a:ext cx="764678" cy="236789"/>
          </a:xfrm>
        </p:spPr>
        <p:txBody>
          <a:bodyPr lIns="0" rIns="0"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GPA</a:t>
            </a:r>
          </a:p>
        </p:txBody>
      </p:sp>
      <p:sp>
        <p:nvSpPr>
          <p:cNvPr id="43" name="Text Placeholder 18" hidden="1">
            <a:extLst>
              <a:ext uri="{FF2B5EF4-FFF2-40B4-BE49-F238E27FC236}">
                <a16:creationId xmlns:a16="http://schemas.microsoft.com/office/drawing/2014/main" id="{FDF93C53-2C8A-884C-B211-EF7B46AB70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08545" y="7779653"/>
            <a:ext cx="764678" cy="460169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4.0</a:t>
            </a:r>
          </a:p>
        </p:txBody>
      </p:sp>
      <p:sp>
        <p:nvSpPr>
          <p:cNvPr id="96" name="Text Placeholder 8" hidden="1">
            <a:extLst>
              <a:ext uri="{FF2B5EF4-FFF2-40B4-BE49-F238E27FC236}">
                <a16:creationId xmlns:a16="http://schemas.microsoft.com/office/drawing/2014/main" id="{2B1A41A9-8C5A-224E-9B99-968DDF5B825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18532" y="1834989"/>
            <a:ext cx="3224947" cy="2909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97" name="Text Placeholder 8" hidden="1">
            <a:extLst>
              <a:ext uri="{FF2B5EF4-FFF2-40B4-BE49-F238E27FC236}">
                <a16:creationId xmlns:a16="http://schemas.microsoft.com/office/drawing/2014/main" id="{621A3ADB-23BD-8F43-BACD-95921D4463F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8532" y="2175261"/>
            <a:ext cx="3224947" cy="168887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98" name="Text Placeholder 8" hidden="1">
            <a:extLst>
              <a:ext uri="{FF2B5EF4-FFF2-40B4-BE49-F238E27FC236}">
                <a16:creationId xmlns:a16="http://schemas.microsoft.com/office/drawing/2014/main" id="{D6D17EAF-2F02-AA4A-8E44-8B309C23BE7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8532" y="2404349"/>
            <a:ext cx="3224945" cy="800220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enim ad minim veniam, quis nostrud exercitation.</a:t>
            </a:r>
          </a:p>
        </p:txBody>
      </p:sp>
      <p:sp>
        <p:nvSpPr>
          <p:cNvPr id="99" name="Text Placeholder 8" hidden="1">
            <a:extLst>
              <a:ext uri="{FF2B5EF4-FFF2-40B4-BE49-F238E27FC236}">
                <a16:creationId xmlns:a16="http://schemas.microsoft.com/office/drawing/2014/main" id="{6E210A9C-46CF-E34B-8A51-F4EB49C0E81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18532" y="1339314"/>
            <a:ext cx="3224947" cy="342890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EXPERIENCE</a:t>
            </a:r>
          </a:p>
        </p:txBody>
      </p:sp>
      <p:sp>
        <p:nvSpPr>
          <p:cNvPr id="104" name="Text Placeholder 8" hidden="1">
            <a:extLst>
              <a:ext uri="{FF2B5EF4-FFF2-40B4-BE49-F238E27FC236}">
                <a16:creationId xmlns:a16="http://schemas.microsoft.com/office/drawing/2014/main" id="{5B112CE7-45E8-2E43-A633-DB4096453E1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8532" y="3321421"/>
            <a:ext cx="3224947" cy="2909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105" name="Text Placeholder 8" hidden="1">
            <a:extLst>
              <a:ext uri="{FF2B5EF4-FFF2-40B4-BE49-F238E27FC236}">
                <a16:creationId xmlns:a16="http://schemas.microsoft.com/office/drawing/2014/main" id="{57C75573-1BA8-C749-8829-0A0E96DACB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18532" y="3661693"/>
            <a:ext cx="3224947" cy="168887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106" name="Text Placeholder 8" hidden="1">
            <a:extLst>
              <a:ext uri="{FF2B5EF4-FFF2-40B4-BE49-F238E27FC236}">
                <a16:creationId xmlns:a16="http://schemas.microsoft.com/office/drawing/2014/main" id="{03288328-BBC2-C043-ABA7-6DE1329DE9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8532" y="3890780"/>
            <a:ext cx="3224945" cy="782231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enm ad minim veniam, quis nostrud exercitation.</a:t>
            </a:r>
          </a:p>
        </p:txBody>
      </p:sp>
      <p:sp>
        <p:nvSpPr>
          <p:cNvPr id="107" name="Text Placeholder 8" hidden="1">
            <a:extLst>
              <a:ext uri="{FF2B5EF4-FFF2-40B4-BE49-F238E27FC236}">
                <a16:creationId xmlns:a16="http://schemas.microsoft.com/office/drawing/2014/main" id="{82046C4E-90DA-4347-A96F-BD316B2235F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8532" y="4802265"/>
            <a:ext cx="3224947" cy="2909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108" name="Text Placeholder 8" hidden="1">
            <a:extLst>
              <a:ext uri="{FF2B5EF4-FFF2-40B4-BE49-F238E27FC236}">
                <a16:creationId xmlns:a16="http://schemas.microsoft.com/office/drawing/2014/main" id="{D7E3073B-1F03-B344-9CCF-D116EF96411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532" y="5142538"/>
            <a:ext cx="3224947" cy="168887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109" name="Text Placeholder 8" hidden="1">
            <a:extLst>
              <a:ext uri="{FF2B5EF4-FFF2-40B4-BE49-F238E27FC236}">
                <a16:creationId xmlns:a16="http://schemas.microsoft.com/office/drawing/2014/main" id="{2EE283F0-AFCD-5741-8C35-207ABF2D6E5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18532" y="5371625"/>
            <a:ext cx="3224945" cy="829478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enim ad minim veniam, quis nostrud exercitation.</a:t>
            </a:r>
          </a:p>
        </p:txBody>
      </p:sp>
      <p:sp>
        <p:nvSpPr>
          <p:cNvPr id="141" name="Text Placeholder 18" hidden="1">
            <a:extLst>
              <a:ext uri="{FF2B5EF4-FFF2-40B4-BE49-F238E27FC236}">
                <a16:creationId xmlns:a16="http://schemas.microsoft.com/office/drawing/2014/main" id="{74300729-6F26-BF4C-84B9-420C9383BB7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83244" y="8880129"/>
            <a:ext cx="2962622" cy="439334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[www.website.com]</a:t>
            </a:r>
          </a:p>
        </p:txBody>
      </p:sp>
      <p:sp>
        <p:nvSpPr>
          <p:cNvPr id="142" name="Text Placeholder 18" hidden="1">
            <a:extLst>
              <a:ext uri="{FF2B5EF4-FFF2-40B4-BE49-F238E27FC236}">
                <a16:creationId xmlns:a16="http://schemas.microsoft.com/office/drawing/2014/main" id="{DDE57839-AE02-5A48-BA9C-A372F59A8A9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83244" y="9425001"/>
            <a:ext cx="2962622" cy="439334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[E-mail@e-mail.com]</a:t>
            </a:r>
          </a:p>
        </p:txBody>
      </p:sp>
      <p:sp>
        <p:nvSpPr>
          <p:cNvPr id="143" name="Text Placeholder 18" hidden="1">
            <a:extLst>
              <a:ext uri="{FF2B5EF4-FFF2-40B4-BE49-F238E27FC236}">
                <a16:creationId xmlns:a16="http://schemas.microsoft.com/office/drawing/2014/main" id="{D9890AB4-F0C2-C14A-AE40-76B0671D772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383244" y="9975957"/>
            <a:ext cx="2962622" cy="439334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[Phone Number]</a:t>
            </a:r>
          </a:p>
        </p:txBody>
      </p:sp>
      <p:sp>
        <p:nvSpPr>
          <p:cNvPr id="306" name="Text Placeholder 25" hidden="1">
            <a:extLst>
              <a:ext uri="{FF2B5EF4-FFF2-40B4-BE49-F238E27FC236}">
                <a16:creationId xmlns:a16="http://schemas.microsoft.com/office/drawing/2014/main" id="{F296C2BF-1825-2C45-A87E-72A783A27BC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963744" y="5093190"/>
            <a:ext cx="1462937" cy="174484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POWERPOINT</a:t>
            </a:r>
          </a:p>
        </p:txBody>
      </p:sp>
      <p:sp>
        <p:nvSpPr>
          <p:cNvPr id="310" name="Text Placeholder 25" hidden="1">
            <a:extLst>
              <a:ext uri="{FF2B5EF4-FFF2-40B4-BE49-F238E27FC236}">
                <a16:creationId xmlns:a16="http://schemas.microsoft.com/office/drawing/2014/main" id="{847127D0-A2CA-244C-B0BB-449CC673F0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963744" y="5298796"/>
            <a:ext cx="1462937" cy="174484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SOCIAL MEDIA</a:t>
            </a:r>
          </a:p>
        </p:txBody>
      </p:sp>
      <p:sp>
        <p:nvSpPr>
          <p:cNvPr id="312" name="Text Placeholder 25" hidden="1">
            <a:extLst>
              <a:ext uri="{FF2B5EF4-FFF2-40B4-BE49-F238E27FC236}">
                <a16:creationId xmlns:a16="http://schemas.microsoft.com/office/drawing/2014/main" id="{977FAA94-5605-AD4B-8EC7-19418B74B7F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963744" y="5498412"/>
            <a:ext cx="1462937" cy="174484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TEAM MANAGEMENT</a:t>
            </a:r>
          </a:p>
        </p:txBody>
      </p:sp>
      <p:sp>
        <p:nvSpPr>
          <p:cNvPr id="317" name="Text Placeholder 25" hidden="1">
            <a:extLst>
              <a:ext uri="{FF2B5EF4-FFF2-40B4-BE49-F238E27FC236}">
                <a16:creationId xmlns:a16="http://schemas.microsoft.com/office/drawing/2014/main" id="{55B31FD5-2D4E-FB40-8D3B-9D64BB06ACE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963744" y="4901474"/>
            <a:ext cx="1462937" cy="174484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EXCEL</a:t>
            </a:r>
          </a:p>
        </p:txBody>
      </p:sp>
      <p:sp>
        <p:nvSpPr>
          <p:cNvPr id="318" name="Text Placeholder 25" hidden="1">
            <a:extLst>
              <a:ext uri="{FF2B5EF4-FFF2-40B4-BE49-F238E27FC236}">
                <a16:creationId xmlns:a16="http://schemas.microsoft.com/office/drawing/2014/main" id="{ACC18595-C5AA-D643-9CE9-8E035BE3CBC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963744" y="4687638"/>
            <a:ext cx="1462937" cy="174484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WORD</a:t>
            </a:r>
          </a:p>
        </p:txBody>
      </p:sp>
      <p:sp>
        <p:nvSpPr>
          <p:cNvPr id="336" name="Text Placeholder 25" hidden="1">
            <a:extLst>
              <a:ext uri="{FF2B5EF4-FFF2-40B4-BE49-F238E27FC236}">
                <a16:creationId xmlns:a16="http://schemas.microsoft.com/office/drawing/2014/main" id="{8AE7172C-56DA-214E-A8DD-40FE0388312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963744" y="6295985"/>
            <a:ext cx="1462937" cy="218820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ENGLISH</a:t>
            </a:r>
          </a:p>
        </p:txBody>
      </p:sp>
      <p:sp>
        <p:nvSpPr>
          <p:cNvPr id="337" name="Text Placeholder 25" hidden="1">
            <a:extLst>
              <a:ext uri="{FF2B5EF4-FFF2-40B4-BE49-F238E27FC236}">
                <a16:creationId xmlns:a16="http://schemas.microsoft.com/office/drawing/2014/main" id="{A97B1250-9241-564A-A4AB-2492DD96A3E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963744" y="6609368"/>
            <a:ext cx="1462937" cy="218820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FRENCH</a:t>
            </a:r>
          </a:p>
        </p:txBody>
      </p:sp>
      <p:sp>
        <p:nvSpPr>
          <p:cNvPr id="338" name="Text Placeholder 25" hidden="1">
            <a:extLst>
              <a:ext uri="{FF2B5EF4-FFF2-40B4-BE49-F238E27FC236}">
                <a16:creationId xmlns:a16="http://schemas.microsoft.com/office/drawing/2014/main" id="{B200B1D1-4434-5E49-8BFF-B6FF720E1DD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963744" y="6925580"/>
            <a:ext cx="1462937" cy="218820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SPANISH</a:t>
            </a:r>
          </a:p>
        </p:txBody>
      </p:sp>
      <p:sp>
        <p:nvSpPr>
          <p:cNvPr id="339" name="Text Placeholder 25" hidden="1">
            <a:extLst>
              <a:ext uri="{FF2B5EF4-FFF2-40B4-BE49-F238E27FC236}">
                <a16:creationId xmlns:a16="http://schemas.microsoft.com/office/drawing/2014/main" id="{C4DC3A9C-1AC5-5343-ACF6-AFB45AB7A46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59049" y="9526649"/>
            <a:ext cx="1597897" cy="30724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MANAGEMENT</a:t>
            </a:r>
          </a:p>
        </p:txBody>
      </p:sp>
      <p:sp>
        <p:nvSpPr>
          <p:cNvPr id="340" name="Text Placeholder 25" hidden="1">
            <a:extLst>
              <a:ext uri="{FF2B5EF4-FFF2-40B4-BE49-F238E27FC236}">
                <a16:creationId xmlns:a16="http://schemas.microsoft.com/office/drawing/2014/main" id="{6004AFFB-6BAF-924B-A5F2-CA7B7E10E57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59049" y="9840033"/>
            <a:ext cx="1597897" cy="30724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DESIGN</a:t>
            </a:r>
          </a:p>
        </p:txBody>
      </p:sp>
      <p:sp>
        <p:nvSpPr>
          <p:cNvPr id="341" name="Text Placeholder 25" hidden="1">
            <a:extLst>
              <a:ext uri="{FF2B5EF4-FFF2-40B4-BE49-F238E27FC236}">
                <a16:creationId xmlns:a16="http://schemas.microsoft.com/office/drawing/2014/main" id="{1E9B43B5-9A43-B448-95A4-FDD649321FC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59049" y="10170210"/>
            <a:ext cx="1597897" cy="279317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DEVELOPMENT</a:t>
            </a:r>
          </a:p>
        </p:txBody>
      </p:sp>
      <p:sp>
        <p:nvSpPr>
          <p:cNvPr id="342" name="Text Placeholder 25" hidden="1">
            <a:extLst>
              <a:ext uri="{FF2B5EF4-FFF2-40B4-BE49-F238E27FC236}">
                <a16:creationId xmlns:a16="http://schemas.microsoft.com/office/drawing/2014/main" id="{1ACF054A-3D21-D642-B4C6-DB5BDAC1927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59049" y="8879303"/>
            <a:ext cx="1597897" cy="337973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ABILITIES</a:t>
            </a:r>
          </a:p>
        </p:txBody>
      </p:sp>
      <p:sp>
        <p:nvSpPr>
          <p:cNvPr id="343" name="Text Placeholder 25" hidden="1">
            <a:extLst>
              <a:ext uri="{FF2B5EF4-FFF2-40B4-BE49-F238E27FC236}">
                <a16:creationId xmlns:a16="http://schemas.microsoft.com/office/drawing/2014/main" id="{7C941C70-D057-D04B-BD74-348163471A7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59049" y="9211556"/>
            <a:ext cx="1597897" cy="30724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MARKETING</a:t>
            </a:r>
          </a:p>
        </p:txBody>
      </p:sp>
      <p:sp>
        <p:nvSpPr>
          <p:cNvPr id="344" name="Text Placeholder 25" hidden="1">
            <a:extLst>
              <a:ext uri="{FF2B5EF4-FFF2-40B4-BE49-F238E27FC236}">
                <a16:creationId xmlns:a16="http://schemas.microsoft.com/office/drawing/2014/main" id="{CF61B5C1-8C61-1143-9083-AD58E1C749F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308444" y="9542074"/>
            <a:ext cx="1174342" cy="26787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10</a:t>
            </a:r>
          </a:p>
        </p:txBody>
      </p:sp>
      <p:sp>
        <p:nvSpPr>
          <p:cNvPr id="345" name="Text Placeholder 25" hidden="1">
            <a:extLst>
              <a:ext uri="{FF2B5EF4-FFF2-40B4-BE49-F238E27FC236}">
                <a16:creationId xmlns:a16="http://schemas.microsoft.com/office/drawing/2014/main" id="{0B7D9C94-0A2C-3B4E-8B05-B7547A9A0E7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308444" y="9864684"/>
            <a:ext cx="1174342" cy="26787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7</a:t>
            </a:r>
          </a:p>
        </p:txBody>
      </p:sp>
      <p:sp>
        <p:nvSpPr>
          <p:cNvPr id="346" name="Text Placeholder 25" hidden="1">
            <a:extLst>
              <a:ext uri="{FF2B5EF4-FFF2-40B4-BE49-F238E27FC236}">
                <a16:creationId xmlns:a16="http://schemas.microsoft.com/office/drawing/2014/main" id="{CCE3AE9C-BC12-B743-BF3F-A8308EFB290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308444" y="10171423"/>
            <a:ext cx="1174342" cy="26787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3.5</a:t>
            </a:r>
          </a:p>
        </p:txBody>
      </p:sp>
      <p:sp>
        <p:nvSpPr>
          <p:cNvPr id="347" name="Text Placeholder 25" hidden="1">
            <a:extLst>
              <a:ext uri="{FF2B5EF4-FFF2-40B4-BE49-F238E27FC236}">
                <a16:creationId xmlns:a16="http://schemas.microsoft.com/office/drawing/2014/main" id="{F1D2929D-A8D7-274A-A253-E4556D470E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308444" y="9243446"/>
            <a:ext cx="1174342" cy="26787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8</a:t>
            </a:r>
          </a:p>
        </p:txBody>
      </p:sp>
      <p:sp>
        <p:nvSpPr>
          <p:cNvPr id="348" name="Text Placeholder 25" hidden="1">
            <a:extLst>
              <a:ext uri="{FF2B5EF4-FFF2-40B4-BE49-F238E27FC236}">
                <a16:creationId xmlns:a16="http://schemas.microsoft.com/office/drawing/2014/main" id="{E4C42072-2D54-8942-9963-4138F93D9F7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308846" y="8879303"/>
            <a:ext cx="1203730" cy="345881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YEARS OF EXPERIENCE</a:t>
            </a:r>
          </a:p>
        </p:txBody>
      </p:sp>
      <p:cxnSp>
        <p:nvCxnSpPr>
          <p:cNvPr id="355" name="Straight Connector 354" hidden="1">
            <a:extLst>
              <a:ext uri="{FF2B5EF4-FFF2-40B4-BE49-F238E27FC236}">
                <a16:creationId xmlns:a16="http://schemas.microsoft.com/office/drawing/2014/main" id="{DF98499B-F2A5-CA4E-943A-53F88D825970}"/>
              </a:ext>
            </a:extLst>
          </p:cNvPr>
          <p:cNvCxnSpPr>
            <a:cxnSpLocks/>
          </p:cNvCxnSpPr>
          <p:nvPr userDrawn="1"/>
        </p:nvCxnSpPr>
        <p:spPr>
          <a:xfrm>
            <a:off x="0" y="1311543"/>
            <a:ext cx="755967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Placeholder 60" hidden="1">
            <a:extLst>
              <a:ext uri="{FF2B5EF4-FFF2-40B4-BE49-F238E27FC236}">
                <a16:creationId xmlns:a16="http://schemas.microsoft.com/office/drawing/2014/main" id="{17521193-60AC-664A-A033-8AA4404C6AA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819317" y="1340189"/>
            <a:ext cx="2934705" cy="351374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INTERNATIONAL EXPERIENCE</a:t>
            </a:r>
          </a:p>
        </p:txBody>
      </p:sp>
      <p:sp>
        <p:nvSpPr>
          <p:cNvPr id="359" name="Text Placeholder 60" hidden="1">
            <a:extLst>
              <a:ext uri="{FF2B5EF4-FFF2-40B4-BE49-F238E27FC236}">
                <a16:creationId xmlns:a16="http://schemas.microsoft.com/office/drawing/2014/main" id="{412CE960-3495-1F42-80A3-840D05EC91C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819317" y="4235204"/>
            <a:ext cx="2934705" cy="351374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SKILLS</a:t>
            </a:r>
          </a:p>
        </p:txBody>
      </p:sp>
      <p:sp>
        <p:nvSpPr>
          <p:cNvPr id="360" name="Text Placeholder 60" hidden="1">
            <a:extLst>
              <a:ext uri="{FF2B5EF4-FFF2-40B4-BE49-F238E27FC236}">
                <a16:creationId xmlns:a16="http://schemas.microsoft.com/office/drawing/2014/main" id="{08F6B783-82B6-B242-AA40-D9F7AE3B8CEC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819317" y="5863650"/>
            <a:ext cx="2934705" cy="351374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LANGUAGES</a:t>
            </a:r>
          </a:p>
        </p:txBody>
      </p:sp>
    </p:spTree>
    <p:extLst>
      <p:ext uri="{BB962C8B-B14F-4D97-AF65-F5344CB8AC3E}">
        <p14:creationId xmlns:p14="http://schemas.microsoft.com/office/powerpoint/2010/main" val="20725802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2381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9" y="569244"/>
            <a:ext cx="6520220" cy="20665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9" y="2846201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30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2E597E-2F4F-2747-A9DF-6BACAD15E325}" type="datetimeFigureOut">
              <a:rPr lang="en-US" smtClean="0"/>
              <a:t>1/25/2026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4" y="9909730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1" y="9909730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D580D-DD1F-2749-85C8-F9883E4B5E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918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3" r:id="rId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hiltel.co.il/" TargetMode="External"/><Relationship Id="rId2" Type="http://schemas.openxmlformats.org/officeDocument/2006/relationships/hyperlink" Target="https://www.linkedin.com/in/InonBaasov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blau-p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2FD50699-45B5-88EC-1B42-E5597AB067C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387159" y="921338"/>
            <a:ext cx="1379219" cy="227110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+972-54-444-5856</a:t>
            </a:r>
          </a:p>
        </p:txBody>
      </p:sp>
      <p:sp>
        <p:nvSpPr>
          <p:cNvPr id="75" name="Text Placeholder 74">
            <a:extLst>
              <a:ext uri="{FF2B5EF4-FFF2-40B4-BE49-F238E27FC236}">
                <a16:creationId xmlns:a16="http://schemas.microsoft.com/office/drawing/2014/main" id="{23DA089B-1D05-556D-253C-262F0FA50B6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721204" y="922732"/>
            <a:ext cx="1451313" cy="207705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 </a:t>
            </a:r>
            <a:r>
              <a:rPr lang="en-US" dirty="0" err="1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inonbaasov</a:t>
            </a:r>
            <a:endParaRPr lang="en-US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0F18B5-1245-2B4C-AA47-F39938FA6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865" y="513374"/>
            <a:ext cx="6858000" cy="502338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INON BAASOV</a:t>
            </a:r>
            <a:endParaRPr lang="en-IL" sz="2400" dirty="0">
              <a:solidFill>
                <a:schemeClr val="tx1"/>
              </a:solidFill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132E1DF2-8DF7-6940-4374-52DB65EC376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031102" y="922284"/>
            <a:ext cx="1545026" cy="207705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Inonbaasov@gmail.com</a:t>
            </a:r>
          </a:p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</a:p>
        </p:txBody>
      </p: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BA846034-E5B0-1F9D-ABEB-DA7831B54ABD}"/>
              </a:ext>
            </a:extLst>
          </p:cNvPr>
          <p:cNvGrpSpPr/>
          <p:nvPr/>
        </p:nvGrpSpPr>
        <p:grpSpPr>
          <a:xfrm>
            <a:off x="306500" y="8684287"/>
            <a:ext cx="6645792" cy="936311"/>
            <a:chOff x="93673" y="1854031"/>
            <a:chExt cx="2936874" cy="349897"/>
          </a:xfrm>
        </p:grpSpPr>
        <p:sp>
          <p:nvSpPr>
            <p:cNvPr id="174" name="Text Placeholder 71">
              <a:extLst>
                <a:ext uri="{FF2B5EF4-FFF2-40B4-BE49-F238E27FC236}">
                  <a16:creationId xmlns:a16="http://schemas.microsoft.com/office/drawing/2014/main" id="{67D1E309-1ED9-E676-89A4-61C198105A97}"/>
                </a:ext>
              </a:extLst>
            </p:cNvPr>
            <p:cNvSpPr txBox="1">
              <a:spLocks/>
            </p:cNvSpPr>
            <p:nvPr/>
          </p:nvSpPr>
          <p:spPr>
            <a:xfrm>
              <a:off x="93673" y="1924991"/>
              <a:ext cx="2936874" cy="278937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685800" rtl="0" eaLnBrk="1" latinLnBrk="0" hangingPunct="1">
                <a:lnSpc>
                  <a:spcPts val="15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87313" indent="-87313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Executive MBA 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(Entrepreneurship &amp; High-Tech Management),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Technion 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– Israel Institute of Technology,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2016–2018</a:t>
              </a:r>
            </a:p>
            <a:p>
              <a:pPr marL="87313" indent="-87313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B.Sc., Biotechnology &amp; Food Engineering, Technion 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– Israel Institute of Technology,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2005–2008</a:t>
              </a:r>
            </a:p>
            <a:p>
              <a:pPr marL="87313" indent="-87313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Chemical Engineering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– McGill University, Montreal, Canada,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2004–2005</a:t>
              </a:r>
              <a:endParaRPr lang="en-US" sz="1050" b="1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31" name="Text Placeholder 46">
              <a:extLst>
                <a:ext uri="{FF2B5EF4-FFF2-40B4-BE49-F238E27FC236}">
                  <a16:creationId xmlns:a16="http://schemas.microsoft.com/office/drawing/2014/main" id="{341669B1-8344-D7A4-D12E-8D04FAB5F455}"/>
                </a:ext>
              </a:extLst>
            </p:cNvPr>
            <p:cNvSpPr txBox="1">
              <a:spLocks/>
            </p:cNvSpPr>
            <p:nvPr/>
          </p:nvSpPr>
          <p:spPr>
            <a:xfrm>
              <a:off x="93673" y="1854031"/>
              <a:ext cx="629175" cy="12702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accent5"/>
                  </a:solidFill>
                  <a:latin typeface="+mj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</a:pPr>
              <a:r>
                <a:rPr lang="en-US" sz="1500" u="sng" dirty="0">
                  <a:solidFill>
                    <a:srgbClr val="10ABE2"/>
                  </a:solidFill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Education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21F7161-B70C-743E-D97A-858CF7F79C9E}"/>
              </a:ext>
            </a:extLst>
          </p:cNvPr>
          <p:cNvGrpSpPr/>
          <p:nvPr/>
        </p:nvGrpSpPr>
        <p:grpSpPr>
          <a:xfrm>
            <a:off x="286068" y="1211144"/>
            <a:ext cx="7080830" cy="1976263"/>
            <a:chOff x="286068" y="1188284"/>
            <a:chExt cx="7080830" cy="1976263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8F3DD04-3596-890A-0289-4F6EC51FBB48}"/>
                </a:ext>
              </a:extLst>
            </p:cNvPr>
            <p:cNvGrpSpPr/>
            <p:nvPr/>
          </p:nvGrpSpPr>
          <p:grpSpPr>
            <a:xfrm>
              <a:off x="286068" y="1547718"/>
              <a:ext cx="6936920" cy="1616829"/>
              <a:chOff x="2730795" y="1358181"/>
              <a:chExt cx="4090720" cy="2269810"/>
            </a:xfrm>
          </p:grpSpPr>
          <p:sp>
            <p:nvSpPr>
              <p:cNvPr id="4" name="Text Placeholder 45">
                <a:extLst>
                  <a:ext uri="{FF2B5EF4-FFF2-40B4-BE49-F238E27FC236}">
                    <a16:creationId xmlns:a16="http://schemas.microsoft.com/office/drawing/2014/main" id="{A14E25B9-74B7-1D86-F100-61C9666B8B8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733799" y="1358181"/>
                <a:ext cx="1514170" cy="40957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accent5"/>
                    </a:solidFill>
                    <a:latin typeface="+mj-lt"/>
                    <a:ea typeface="+mn-ea"/>
                    <a:cs typeface="+mn-cs"/>
                  </a:defRPr>
                </a:lvl1pPr>
                <a:lvl2pPr marL="3429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500" u="sng" dirty="0">
                    <a:solidFill>
                      <a:srgbClr val="10ABE2"/>
                    </a:solidFill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Professional summary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D85A639-1B8A-878B-04BB-3EE82339007A}"/>
                  </a:ext>
                </a:extLst>
              </p:cNvPr>
              <p:cNvSpPr txBox="1"/>
              <p:nvPr/>
            </p:nvSpPr>
            <p:spPr>
              <a:xfrm>
                <a:off x="2730795" y="1693284"/>
                <a:ext cx="4090720" cy="193470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100" dirty="0">
                    <a:latin typeface="Overpass" pitchFamily="2" charset="0"/>
                  </a:rPr>
                  <a:t>Senior Product Manager with 10+ years of experience building </a:t>
                </a:r>
                <a:r>
                  <a:rPr lang="en-US" sz="1100" b="1" dirty="0">
                    <a:latin typeface="Overpass" pitchFamily="2" charset="0"/>
                  </a:rPr>
                  <a:t>secure cloud architectures </a:t>
                </a:r>
                <a:r>
                  <a:rPr lang="en-US" sz="1100" dirty="0">
                    <a:latin typeface="Overpass" pitchFamily="2" charset="0"/>
                  </a:rPr>
                  <a:t>and high-scale SaaS platforms. Expert in translating security and operational requirements into actionable product roadmaps. Proven record in implementing </a:t>
                </a:r>
                <a:r>
                  <a:rPr lang="en-US" sz="1100" b="1" dirty="0">
                    <a:latin typeface="Overpass" pitchFamily="2" charset="0"/>
                  </a:rPr>
                  <a:t>Zero Trust</a:t>
                </a:r>
                <a:r>
                  <a:rPr lang="en-US" sz="1100" dirty="0">
                    <a:latin typeface="Overpass" pitchFamily="2" charset="0"/>
                  </a:rPr>
                  <a:t> principles (IAM/SSO), defining </a:t>
                </a:r>
                <a:r>
                  <a:rPr lang="en-US" sz="1100" b="1" dirty="0">
                    <a:latin typeface="Overpass" pitchFamily="2" charset="0"/>
                  </a:rPr>
                  <a:t>observability &amp; monitoring </a:t>
                </a:r>
                <a:r>
                  <a:rPr lang="en-US" sz="1100" dirty="0">
                    <a:latin typeface="Overpass" pitchFamily="2" charset="0"/>
                  </a:rPr>
                  <a:t>strategies, and managing compliance in regulated environments. Skilled in partnering with engineering teams to deliver </a:t>
                </a:r>
                <a:r>
                  <a:rPr lang="en-US" sz="1100" b="1" dirty="0">
                    <a:latin typeface="Overpass" pitchFamily="2" charset="0"/>
                  </a:rPr>
                  <a:t>secure, high-availability </a:t>
                </a:r>
                <a:r>
                  <a:rPr lang="en-US" sz="1100" dirty="0">
                    <a:latin typeface="Overpass" pitchFamily="2" charset="0"/>
                  </a:rPr>
                  <a:t>solutions at scale.</a:t>
                </a:r>
              </a:p>
              <a:p>
                <a:r>
                  <a:rPr lang="en-US" sz="1100" dirty="0">
                    <a:latin typeface="Overpass" pitchFamily="2" charset="0"/>
                  </a:rPr>
                  <a:t>Key Skills: Cloud Security &amp; Compliance | Zero Trust Architecture | Network Observability &amp; Monitoring | Identity Management (IAM/SSO) | SaaS Infrastructure Strategy | Cross-Functional Leadership | Data Privacy &amp; Governance.</a:t>
                </a: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9F44EC3-73DD-F80C-06B6-D456E5B20853}"/>
                </a:ext>
              </a:extLst>
            </p:cNvPr>
            <p:cNvSpPr txBox="1"/>
            <p:nvPr/>
          </p:nvSpPr>
          <p:spPr>
            <a:xfrm>
              <a:off x="298587" y="1188284"/>
              <a:ext cx="7068311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0" b="1" dirty="0">
                  <a:latin typeface="Overpass" pitchFamily="2" charset="0"/>
                </a:rPr>
                <a:t>SENIOR PRODUCT MANAGER | CLOUD SECURITY &amp; INFRASTRUCTURE B.Sc. Engineering | Zero Trust Principles | Cloud Network Strategy</a:t>
              </a:r>
            </a:p>
          </p:txBody>
        </p:sp>
      </p:grpSp>
      <p:sp>
        <p:nvSpPr>
          <p:cNvPr id="15" name="Text Placeholder 52">
            <a:extLst>
              <a:ext uri="{FF2B5EF4-FFF2-40B4-BE49-F238E27FC236}">
                <a16:creationId xmlns:a16="http://schemas.microsoft.com/office/drawing/2014/main" id="{A4956B91-AE85-A1FD-49EE-246DEA9EDC28}"/>
              </a:ext>
            </a:extLst>
          </p:cNvPr>
          <p:cNvSpPr txBox="1">
            <a:spLocks/>
          </p:cNvSpPr>
          <p:nvPr/>
        </p:nvSpPr>
        <p:spPr>
          <a:xfrm>
            <a:off x="292872" y="9665218"/>
            <a:ext cx="7257396" cy="7078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685800" rtl="0" eaLnBrk="1" latinLnBrk="0" hangingPunct="1">
              <a:lnSpc>
                <a:spcPts val="1500"/>
              </a:lnSpc>
              <a:spcBef>
                <a:spcPts val="750"/>
              </a:spcBef>
              <a:buFont typeface="Arial" panose="020B0604020202020204" pitchFamily="34" charset="0"/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it-IT" sz="1500" b="1" u="sng" dirty="0">
                <a:solidFill>
                  <a:srgbClr val="10ABE2"/>
                </a:solidFill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Military Service </a:t>
            </a:r>
            <a:r>
              <a:rPr lang="it-IT" sz="1100" b="1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| </a:t>
            </a:r>
            <a:r>
              <a:rPr lang="en-US" sz="1100" b="1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Israeli Air Force | Planning and Control Department | </a:t>
            </a:r>
            <a:r>
              <a:rPr lang="it-IT" sz="1200" b="1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2000 - 2003</a:t>
            </a:r>
          </a:p>
          <a:p>
            <a:pPr marL="171450" indent="-17145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1100" b="1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Operations &amp; Control: </a:t>
            </a:r>
            <a:r>
              <a:rPr lang="en-US" sz="1100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Served in the </a:t>
            </a:r>
            <a:r>
              <a:rPr lang="en-US" sz="1100" b="1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Planning and Control center</a:t>
            </a:r>
            <a:r>
              <a:rPr lang="en-US" sz="1100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, managing real-time resources, shift planning, and operational readiness in a high-pressure environment.</a:t>
            </a:r>
            <a:endParaRPr lang="it-IT" sz="1100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F1C0C23-728D-202C-A302-9ED9B33BE29C}"/>
              </a:ext>
            </a:extLst>
          </p:cNvPr>
          <p:cNvGrpSpPr/>
          <p:nvPr/>
        </p:nvGrpSpPr>
        <p:grpSpPr>
          <a:xfrm>
            <a:off x="199484" y="3118831"/>
            <a:ext cx="7167414" cy="5497235"/>
            <a:chOff x="199484" y="3118831"/>
            <a:chExt cx="7167414" cy="549723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706554B-DAEA-F04A-7818-F1555F0613DF}"/>
                </a:ext>
              </a:extLst>
            </p:cNvPr>
            <p:cNvGrpSpPr/>
            <p:nvPr/>
          </p:nvGrpSpPr>
          <p:grpSpPr>
            <a:xfrm>
              <a:off x="199484" y="3118831"/>
              <a:ext cx="7074558" cy="5497235"/>
              <a:chOff x="161926" y="3363997"/>
              <a:chExt cx="6590843" cy="4030459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CA96F9C5-B4EE-2CE6-5E39-6D2B06DDBAA4}"/>
                  </a:ext>
                </a:extLst>
              </p:cNvPr>
              <p:cNvGrpSpPr/>
              <p:nvPr/>
            </p:nvGrpSpPr>
            <p:grpSpPr>
              <a:xfrm>
                <a:off x="161926" y="3363997"/>
                <a:ext cx="6590843" cy="4030459"/>
                <a:chOff x="78398" y="3357270"/>
                <a:chExt cx="6718755" cy="3026456"/>
              </a:xfrm>
            </p:grpSpPr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D943FD8F-B645-F5DD-0443-9670451D8FB5}"/>
                    </a:ext>
                  </a:extLst>
                </p:cNvPr>
                <p:cNvGrpSpPr/>
                <p:nvPr/>
              </p:nvGrpSpPr>
              <p:grpSpPr>
                <a:xfrm>
                  <a:off x="78398" y="3357270"/>
                  <a:ext cx="6718755" cy="3026456"/>
                  <a:chOff x="-24741" y="2539332"/>
                  <a:chExt cx="6949855" cy="2347205"/>
                </a:xfrm>
              </p:grpSpPr>
              <p:sp>
                <p:nvSpPr>
                  <p:cNvPr id="154" name="Text Placeholder 52">
                    <a:extLst>
                      <a:ext uri="{FF2B5EF4-FFF2-40B4-BE49-F238E27FC236}">
                        <a16:creationId xmlns:a16="http://schemas.microsoft.com/office/drawing/2014/main" id="{7B120799-BCC3-8E46-2EA5-CFAE368C1FC7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-24741" y="3740690"/>
                    <a:ext cx="6943718" cy="579191"/>
                  </a:xfrm>
                  <a:prstGeom prst="rect">
                    <a:avLst/>
                  </a:prstGeom>
                </p:spPr>
                <p:txBody>
                  <a:bodyPr vert="horz" lIns="91440" tIns="45720" rIns="91440" bIns="45720" rtlCol="0">
                    <a:noAutofit/>
                  </a:bodyPr>
                  <a:lstStyle>
                    <a:lvl1pPr marL="0" indent="0" algn="l" defTabSz="685800" rtl="0" eaLnBrk="1" latinLnBrk="0" hangingPunct="1">
                      <a:lnSpc>
                        <a:spcPts val="1500"/>
                      </a:lnSpc>
                      <a:spcBef>
                        <a:spcPts val="750"/>
                      </a:spcBef>
                      <a:buFont typeface="Arial" panose="020B0604020202020204" pitchFamily="34" charset="0"/>
                      <a:buNone/>
                      <a:defRPr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8859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2288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5717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9146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ts val="0"/>
                      </a:spcBef>
                    </a:pPr>
                    <a:r>
                      <a:rPr lang="en-IL" sz="1200" b="1" u="sng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Arena Plus</a:t>
                    </a:r>
                    <a:r>
                      <a:rPr lang="en-IL" sz="1200" b="1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 </a:t>
                    </a:r>
                    <a:r>
                      <a:rPr lang="en-IL" sz="1100" b="1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Financial Services</a:t>
                    </a:r>
                    <a:r>
                      <a:rPr lang="en-US" sz="1100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 </a:t>
                    </a:r>
                    <a:r>
                      <a:rPr lang="en-US" sz="1100" b="1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| </a:t>
                    </a:r>
                    <a:r>
                      <a:rPr lang="en-US" sz="1100" b="1" dirty="0">
                        <a:latin typeface="Overpass" pitchFamily="2" charset="0"/>
                      </a:rPr>
                      <a:t>Senior Product Manager (FinTech</a:t>
                    </a:r>
                    <a:r>
                      <a:rPr lang="en-US" sz="1050" b="1" i="1" dirty="0">
                        <a:latin typeface="Overpass" pitchFamily="2" charset="0"/>
                      </a:rPr>
                      <a:t>) |</a:t>
                    </a:r>
                    <a:r>
                      <a:rPr lang="en-US" sz="1200" b="1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 </a:t>
                    </a:r>
                    <a:r>
                      <a:rPr lang="en-US" sz="1200" b="1" dirty="0">
                        <a:latin typeface="Overpass" pitchFamily="2" charset="0"/>
                      </a:rPr>
                      <a:t>2013 - 2018 </a:t>
                    </a:r>
                    <a:endParaRPr lang="en-US" sz="1100" b="1" dirty="0">
                      <a:latin typeface="Overpass" pitchFamily="2" charset="0"/>
                    </a:endParaRPr>
                  </a:p>
                  <a:p>
                    <a:pPr marL="85725" indent="-85725">
                      <a:lnSpc>
                        <a:spcPct val="100000"/>
                      </a:lnSpc>
                      <a:spcBef>
                        <a:spcPts val="200"/>
                      </a:spcBef>
                      <a:buFont typeface="Arial" panose="020B0604020202020204" pitchFamily="34" charset="0"/>
                      <a:buChar char="•"/>
                    </a:pPr>
                    <a:r>
                      <a:rPr lang="en-US" sz="1100" b="1" dirty="0">
                        <a:latin typeface="Overpass" pitchFamily="2" charset="0"/>
                      </a:rPr>
                      <a:t>Regulated Product Security: </a:t>
                    </a:r>
                    <a:r>
                      <a:rPr lang="en-US" sz="1100" dirty="0">
                        <a:latin typeface="Overpass" pitchFamily="2" charset="0"/>
                      </a:rPr>
                      <a:t>Managed the lifecycle of secure financial platforms, prioritizing features that enhance </a:t>
                    </a:r>
                    <a:r>
                      <a:rPr lang="en-US" sz="1100" b="1" dirty="0">
                        <a:latin typeface="Overpass" pitchFamily="2" charset="0"/>
                      </a:rPr>
                      <a:t>fraud detection </a:t>
                    </a:r>
                    <a:r>
                      <a:rPr lang="en-US" sz="1100" dirty="0">
                        <a:latin typeface="Overpass" pitchFamily="2" charset="0"/>
                      </a:rPr>
                      <a:t>and data integrity.</a:t>
                    </a:r>
                  </a:p>
                  <a:p>
                    <a:pPr marL="85725" indent="-85725">
                      <a:lnSpc>
                        <a:spcPct val="100000"/>
                      </a:lnSpc>
                      <a:spcBef>
                        <a:spcPts val="200"/>
                      </a:spcBef>
                      <a:buFont typeface="Arial" panose="020B0604020202020204" pitchFamily="34" charset="0"/>
                      <a:buChar char="•"/>
                    </a:pPr>
                    <a:r>
                      <a:rPr lang="en-US" sz="1100" b="1" dirty="0">
                        <a:latin typeface="Overpass" pitchFamily="2" charset="0"/>
                      </a:rPr>
                      <a:t>Compliance Strategy: </a:t>
                    </a:r>
                    <a:r>
                      <a:rPr lang="en-US" sz="1100" dirty="0">
                        <a:latin typeface="Overpass" pitchFamily="2" charset="0"/>
                      </a:rPr>
                      <a:t>Translated complex regulatory requirements into technical product specifications, working closely with compliance officers.</a:t>
                    </a:r>
                  </a:p>
                  <a:p>
                    <a:pPr marL="85725" indent="-85725">
                      <a:lnSpc>
                        <a:spcPct val="100000"/>
                      </a:lnSpc>
                      <a:spcBef>
                        <a:spcPts val="200"/>
                      </a:spcBef>
                      <a:buFont typeface="Arial" panose="020B0604020202020204" pitchFamily="34" charset="0"/>
                      <a:buChar char="•"/>
                    </a:pPr>
                    <a:r>
                      <a:rPr lang="en-US" sz="1100" b="1" dirty="0">
                        <a:latin typeface="Overpass" pitchFamily="2" charset="0"/>
                      </a:rPr>
                      <a:t>Secure Integrations: </a:t>
                    </a:r>
                    <a:r>
                      <a:rPr lang="en-US" sz="1100" dirty="0">
                        <a:latin typeface="Overpass" pitchFamily="2" charset="0"/>
                      </a:rPr>
                      <a:t>Led the integration of secure 3rd-party financial APIs, validating end-to-end encryption and data protection protocols.</a:t>
                    </a:r>
                  </a:p>
                </p:txBody>
              </p:sp>
              <p:sp>
                <p:nvSpPr>
                  <p:cNvPr id="242" name="Text Placeholder 45">
                    <a:extLst>
                      <a:ext uri="{FF2B5EF4-FFF2-40B4-BE49-F238E27FC236}">
                        <a16:creationId xmlns:a16="http://schemas.microsoft.com/office/drawing/2014/main" id="{736313EA-3C2D-C5A9-2ED3-22681A16B477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-19577" y="2539332"/>
                    <a:ext cx="2719752" cy="199157"/>
                  </a:xfrm>
                  <a:prstGeom prst="rect">
                    <a:avLst/>
                  </a:prstGeom>
                </p:spPr>
                <p:txBody>
                  <a:bodyPr vert="horz" lIns="91440" tIns="45720" rIns="91440" bIns="45720" rtlCol="0">
                    <a:noAutofit/>
                  </a:bodyPr>
                  <a:lstStyle>
                    <a:lvl1pPr marL="0" indent="0" algn="l" defTabSz="685800" rtl="0" eaLnBrk="1" latinLnBrk="0" hangingPunct="1">
                      <a:lnSpc>
                        <a:spcPct val="90000"/>
                      </a:lnSpc>
                      <a:spcBef>
                        <a:spcPts val="750"/>
                      </a:spcBef>
                      <a:buFont typeface="Arial" panose="020B0604020202020204" pitchFamily="34" charset="0"/>
                      <a:buNone/>
                      <a:defRPr sz="1600" b="1" kern="1200">
                        <a:solidFill>
                          <a:schemeClr val="accent5"/>
                        </a:solidFill>
                        <a:latin typeface="+mj-lt"/>
                        <a:ea typeface="+mn-ea"/>
                        <a:cs typeface="+mn-cs"/>
                      </a:defRPr>
                    </a:lvl1pPr>
                    <a:lvl2pPr marL="3429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8859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2288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5717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9146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r>
                      <a:rPr lang="en-US" sz="1500" u="sng" dirty="0">
                        <a:solidFill>
                          <a:srgbClr val="10ABE2"/>
                        </a:solidFill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Professional experience</a:t>
                    </a:r>
                  </a:p>
                </p:txBody>
              </p:sp>
              <p:sp>
                <p:nvSpPr>
                  <p:cNvPr id="9" name="Text Placeholder 52">
                    <a:extLst>
                      <a:ext uri="{FF2B5EF4-FFF2-40B4-BE49-F238E27FC236}">
                        <a16:creationId xmlns:a16="http://schemas.microsoft.com/office/drawing/2014/main" id="{6871FAD5-DAC9-2E88-43EE-71DE2313B5BC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-18603" y="4413761"/>
                    <a:ext cx="6943717" cy="236466"/>
                  </a:xfrm>
                  <a:prstGeom prst="rect">
                    <a:avLst/>
                  </a:prstGeom>
                </p:spPr>
                <p:txBody>
                  <a:bodyPr vert="horz" lIns="91440" tIns="45720" rIns="91440" bIns="45720" rtlCol="0">
                    <a:noAutofit/>
                  </a:bodyPr>
                  <a:lstStyle>
                    <a:lvl1pPr marL="0" indent="0" algn="l" defTabSz="685800" rtl="0" eaLnBrk="1" latinLnBrk="0" hangingPunct="1">
                      <a:lnSpc>
                        <a:spcPts val="1500"/>
                      </a:lnSpc>
                      <a:spcBef>
                        <a:spcPts val="750"/>
                      </a:spcBef>
                      <a:buFont typeface="Arial" panose="020B0604020202020204" pitchFamily="34" charset="0"/>
                      <a:buNone/>
                      <a:defRPr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8859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2288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5717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9146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ts val="0"/>
                      </a:spcBef>
                    </a:pPr>
                    <a:r>
                      <a:rPr lang="it-IT" sz="1100" b="1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  <a:hlinkClick r:id="rId3">
                          <a:extLst>
                            <a:ext uri="{A12FA001-AC4F-418D-AE19-62706E023703}">
                              <ahyp:hlinkClr xmlns:ahyp="http://schemas.microsoft.com/office/drawing/2018/hyperlinkcolor" val="tx"/>
                            </a:ext>
                          </a:extLst>
                        </a:hlinkClick>
                      </a:rPr>
                      <a:t>Pharmabest Inc. &amp; Philtel Inc.</a:t>
                    </a:r>
                    <a:r>
                      <a:rPr lang="it-IT" sz="1050" b="1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 |</a:t>
                    </a:r>
                    <a:r>
                      <a:rPr lang="it-IT" sz="1100" b="1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 Head of Quality &amp; Compliance </a:t>
                    </a:r>
                    <a:r>
                      <a:rPr lang="it-IT" sz="1050" b="1" i="1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| </a:t>
                    </a:r>
                    <a:r>
                      <a:rPr lang="it-IT" sz="1200" b="1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2011 - 2013</a:t>
                    </a:r>
                    <a:endParaRPr lang="it-IT" sz="11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  <a:p>
                    <a:pPr marL="85725" indent="-85725">
                      <a:lnSpc>
                        <a:spcPct val="100000"/>
                      </a:lnSpc>
                      <a:spcBef>
                        <a:spcPts val="200"/>
                      </a:spcBef>
                      <a:buFont typeface="Arial" panose="020B0604020202020204" pitchFamily="34" charset="0"/>
                      <a:buChar char="•"/>
                    </a:pPr>
                    <a:r>
                      <a:rPr lang="en-US" sz="1100" b="1" dirty="0">
                        <a:latin typeface="Overpass" pitchFamily="2" charset="0"/>
                      </a:rPr>
                      <a:t>Compliance Management: </a:t>
                    </a:r>
                    <a:r>
                      <a:rPr lang="en-US" sz="1100" dirty="0">
                        <a:latin typeface="Overpass" pitchFamily="2" charset="0"/>
                      </a:rPr>
                      <a:t>Led organizational adherence to strict international standards (ISO), managing risk assessments and </a:t>
                    </a:r>
                    <a:r>
                      <a:rPr lang="en-US" sz="1100" b="1" dirty="0">
                        <a:latin typeface="Overpass" pitchFamily="2" charset="0"/>
                      </a:rPr>
                      <a:t>compliance</a:t>
                    </a:r>
                    <a:r>
                      <a:rPr lang="en-US" sz="1100" dirty="0">
                        <a:latin typeface="Overpass" pitchFamily="2" charset="0"/>
                      </a:rPr>
                      <a:t> </a:t>
                    </a:r>
                    <a:r>
                      <a:rPr lang="en-US" sz="1100" b="1" dirty="0">
                        <a:latin typeface="Overpass" pitchFamily="2" charset="0"/>
                      </a:rPr>
                      <a:t>audits</a:t>
                    </a:r>
                    <a:r>
                      <a:rPr lang="en-US" sz="1100" dirty="0">
                        <a:latin typeface="Overpass" pitchFamily="2" charset="0"/>
                      </a:rPr>
                      <a:t> for regulated products.</a:t>
                    </a:r>
                    <a:endParaRPr lang="it-IT" sz="1600" i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sp>
                <p:nvSpPr>
                  <p:cNvPr id="10" name="Text Placeholder 52">
                    <a:extLst>
                      <a:ext uri="{FF2B5EF4-FFF2-40B4-BE49-F238E27FC236}">
                        <a16:creationId xmlns:a16="http://schemas.microsoft.com/office/drawing/2014/main" id="{BA499EBC-730C-6472-42B1-4FBCAD1BA552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-6035" y="4650071"/>
                    <a:ext cx="6931149" cy="236466"/>
                  </a:xfrm>
                  <a:prstGeom prst="rect">
                    <a:avLst/>
                  </a:prstGeom>
                </p:spPr>
                <p:txBody>
                  <a:bodyPr vert="horz" lIns="91440" tIns="45720" rIns="91440" bIns="45720" rtlCol="0">
                    <a:noAutofit/>
                  </a:bodyPr>
                  <a:lstStyle>
                    <a:lvl1pPr marL="0" indent="0" algn="l" defTabSz="685800" rtl="0" eaLnBrk="1" latinLnBrk="0" hangingPunct="1">
                      <a:lnSpc>
                        <a:spcPts val="1500"/>
                      </a:lnSpc>
                      <a:spcBef>
                        <a:spcPts val="750"/>
                      </a:spcBef>
                      <a:buFont typeface="Arial" panose="020B0604020202020204" pitchFamily="34" charset="0"/>
                      <a:buNone/>
                      <a:defRPr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8859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2288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5717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9146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ts val="0"/>
                      </a:spcBef>
                    </a:pPr>
                    <a:r>
                      <a:rPr lang="it-IT" sz="1100" b="1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  <a:hlinkClick r:id="rId4">
                          <a:extLst>
                            <a:ext uri="{A12FA001-AC4F-418D-AE19-62706E023703}">
                              <ahyp:hlinkClr xmlns:ahyp="http://schemas.microsoft.com/office/drawing/2018/hyperlinkcolor" val="tx"/>
                            </a:ext>
                          </a:extLst>
                        </a:hlinkClick>
                      </a:rPr>
                      <a:t>Blau Pharmaceuticals Services Inc.</a:t>
                    </a:r>
                    <a:r>
                      <a:rPr lang="it-IT" sz="1050" b="1" i="1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 | </a:t>
                    </a:r>
                    <a:r>
                      <a:rPr lang="it-IT" sz="1100" b="1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Regulatory Affairs Consultant | </a:t>
                    </a:r>
                    <a:r>
                      <a:rPr lang="it-IT" sz="1200" b="1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2009 - 2011</a:t>
                    </a:r>
                  </a:p>
                  <a:p>
                    <a:pPr marL="85725" indent="-85725">
                      <a:lnSpc>
                        <a:spcPct val="100000"/>
                      </a:lnSpc>
                      <a:spcBef>
                        <a:spcPts val="200"/>
                      </a:spcBef>
                      <a:buFont typeface="Arial" panose="020B0604020202020204" pitchFamily="34" charset="0"/>
                      <a:buChar char="•"/>
                    </a:pPr>
                    <a:r>
                      <a:rPr lang="en-US" sz="1100" b="1" dirty="0">
                        <a:latin typeface="Overpass" pitchFamily="2" charset="0"/>
                      </a:rPr>
                      <a:t>Regulatory Strategy:</a:t>
                    </a:r>
                    <a:r>
                      <a:rPr lang="en-US" sz="1100" dirty="0">
                        <a:latin typeface="Overpass" pitchFamily="2" charset="0"/>
                      </a:rPr>
                      <a:t> Managed complex submission processes for global pharma companies, ensuring strict </a:t>
                    </a:r>
                    <a:r>
                      <a:rPr lang="en-US" sz="1100" b="1" dirty="0">
                        <a:latin typeface="Overpass" pitchFamily="2" charset="0"/>
                      </a:rPr>
                      <a:t>data integrity</a:t>
                    </a:r>
                    <a:r>
                      <a:rPr lang="en-US" sz="1100" dirty="0">
                        <a:latin typeface="Overpass" pitchFamily="2" charset="0"/>
                      </a:rPr>
                      <a:t> and documentation compliance.</a:t>
                    </a:r>
                    <a:endParaRPr lang="it-IT" sz="1100" i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</p:grp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6C75DF8-197B-BFD3-34D2-297D5EA3D21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8399" y="3794945"/>
                  <a:ext cx="6713716" cy="11550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 u="sng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TouchE</a:t>
                  </a:r>
                  <a:r>
                    <a:rPr lang="en-US" sz="12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</a:t>
                  </a:r>
                  <a:r>
                    <a:rPr lang="en-US" sz="1100" b="1" dirty="0">
                      <a:latin typeface="Overpass" pitchFamily="2" charset="0"/>
                    </a:rPr>
                    <a:t>AI interactive video SaaS </a:t>
                  </a:r>
                  <a:r>
                    <a:rPr lang="en-US" sz="11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| </a:t>
                  </a:r>
                  <a:r>
                    <a:rPr lang="en-US" sz="1100" b="1" dirty="0">
                      <a:latin typeface="Overpass" pitchFamily="2" charset="0"/>
                    </a:rPr>
                    <a:t>Co-Founder &amp; Product Lead </a:t>
                  </a:r>
                  <a:r>
                    <a:rPr lang="en-US" sz="1050" b="1" i="1" dirty="0">
                      <a:latin typeface="Overpass" pitchFamily="2" charset="0"/>
                    </a:rPr>
                    <a:t>| </a:t>
                  </a:r>
                  <a:r>
                    <a:rPr lang="en-US" sz="12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2018 - 2024</a:t>
                  </a:r>
                </a:p>
                <a:p>
                  <a:pPr marL="85725" indent="-85725"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b="1" dirty="0">
                      <a:latin typeface="Overpass" pitchFamily="2" charset="0"/>
                    </a:rPr>
                    <a:t>Secure Cloud Architecture: </a:t>
                  </a:r>
                  <a:r>
                    <a:rPr lang="en-US" sz="1100" dirty="0">
                      <a:latin typeface="Overpass" pitchFamily="2" charset="0"/>
                    </a:rPr>
                    <a:t>Led the product strategy for a high-scale PaaS solution on </a:t>
                  </a:r>
                  <a:r>
                    <a:rPr lang="en-US" sz="1100" b="1" dirty="0">
                      <a:latin typeface="Overpass" pitchFamily="2" charset="0"/>
                    </a:rPr>
                    <a:t>AWS</a:t>
                  </a:r>
                  <a:r>
                    <a:rPr lang="en-US" sz="1100" dirty="0">
                      <a:latin typeface="Overpass" pitchFamily="2" charset="0"/>
                    </a:rPr>
                    <a:t>, defining security baselines and network configuration for microservices communication.</a:t>
                  </a:r>
                </a:p>
                <a:p>
                  <a:pPr marL="85725" indent="-85725"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b="1" dirty="0">
                      <a:latin typeface="Overpass" pitchFamily="2" charset="0"/>
                    </a:rPr>
                    <a:t>Identity &amp; Access (Zero Trust): </a:t>
                  </a:r>
                  <a:r>
                    <a:rPr lang="en-US" sz="1100" dirty="0">
                      <a:latin typeface="Overpass" pitchFamily="2" charset="0"/>
                    </a:rPr>
                    <a:t>Designed and implemented </a:t>
                  </a:r>
                  <a:r>
                    <a:rPr lang="en-US" sz="1100" b="1" dirty="0">
                      <a:latin typeface="Overpass" pitchFamily="2" charset="0"/>
                    </a:rPr>
                    <a:t>strict Identity and Access Management (IAM)</a:t>
                  </a:r>
                  <a:r>
                    <a:rPr lang="en-US" sz="1100" dirty="0">
                      <a:latin typeface="Overpass" pitchFamily="2" charset="0"/>
                    </a:rPr>
                    <a:t> workflows and SSO integrations for enterprise clients, ensuring secure tenant isolation.</a:t>
                  </a:r>
                </a:p>
                <a:p>
                  <a:pPr marL="85725" indent="-85725"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b="1" dirty="0">
                      <a:latin typeface="Overpass" pitchFamily="2" charset="0"/>
                    </a:rPr>
                    <a:t>Observability &amp; Monitoring: </a:t>
                  </a:r>
                  <a:r>
                    <a:rPr lang="en-US" sz="1100" dirty="0">
                      <a:latin typeface="Overpass" pitchFamily="2" charset="0"/>
                    </a:rPr>
                    <a:t>Defined the roadmap for system </a:t>
                  </a:r>
                  <a:r>
                    <a:rPr lang="en-US" sz="1100" b="1" dirty="0">
                      <a:latin typeface="Overpass" pitchFamily="2" charset="0"/>
                    </a:rPr>
                    <a:t>observability</a:t>
                  </a:r>
                  <a:r>
                    <a:rPr lang="en-US" sz="1100" dirty="0">
                      <a:latin typeface="Overpass" pitchFamily="2" charset="0"/>
                    </a:rPr>
                    <a:t>, implementing monitoring tools (Logs/Dashboards) to detect anomalies and ensure 99.99% uptime.</a:t>
                  </a:r>
                </a:p>
                <a:p>
                  <a:pPr marL="85725" indent="-85725"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b="1" dirty="0">
                      <a:latin typeface="Overpass" pitchFamily="2" charset="0"/>
                    </a:rPr>
                    <a:t>Scale &amp; Performance: </a:t>
                  </a:r>
                  <a:r>
                    <a:rPr lang="en-US" sz="1100" dirty="0">
                      <a:latin typeface="Overpass" pitchFamily="2" charset="0"/>
                    </a:rPr>
                    <a:t>Managed the "End-to-End" lifecycle for high-throughput data pipelines, ensuring low latency and high reliability for millions of concurrent users.</a:t>
                  </a:r>
                </a:p>
                <a:p>
                  <a:pPr marL="85725" indent="-85725">
                    <a:spcBef>
                      <a:spcPts val="200"/>
                    </a:spcBef>
                    <a:buFont typeface="Arial" panose="020B0604020202020204" pitchFamily="34" charset="0"/>
                    <a:buChar char="•"/>
                  </a:pPr>
                  <a:r>
                    <a:rPr lang="en-US" sz="1100" b="1" dirty="0">
                      <a:latin typeface="Overpass" pitchFamily="2" charset="0"/>
                    </a:rPr>
                    <a:t>Privacy &amp; Compliance: </a:t>
                  </a:r>
                  <a:r>
                    <a:rPr lang="en-US" sz="1100" dirty="0">
                      <a:latin typeface="Overpass" pitchFamily="2" charset="0"/>
                    </a:rPr>
                    <a:t>Partnered with Legal and Security teams to ensure product compliance with data privacy regulations (GDPR) and enterprise security standards.</a:t>
                  </a:r>
                </a:p>
              </p:txBody>
            </p:sp>
          </p:grpSp>
          <p:sp>
            <p:nvSpPr>
              <p:cNvPr id="7" name="Text Placeholder 52">
                <a:extLst>
                  <a:ext uri="{FF2B5EF4-FFF2-40B4-BE49-F238E27FC236}">
                    <a16:creationId xmlns:a16="http://schemas.microsoft.com/office/drawing/2014/main" id="{C74AC998-3F7B-596D-682D-63841FD8BC2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9665" y="3526312"/>
                <a:ext cx="6568161" cy="42489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685800" rtl="0" eaLnBrk="1" latinLnBrk="0" hangingPunct="1">
                  <a:lnSpc>
                    <a:spcPts val="15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10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it-IT" sz="1200" b="1" u="sng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Inon Baasov Ltd</a:t>
                </a:r>
                <a:r>
                  <a:rPr lang="it-IT" sz="12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it-IT" sz="1200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|</a:t>
                </a:r>
                <a:r>
                  <a:rPr lang="it-IT" sz="12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it-IT" sz="11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Tech Strategy Consultant </a:t>
                </a:r>
                <a:r>
                  <a:rPr lang="it-IT" sz="1050" b="1" i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| </a:t>
                </a:r>
                <a:r>
                  <a:rPr lang="it-IT" sz="12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2024 - Present</a:t>
                </a:r>
              </a:p>
              <a:p>
                <a:pPr marL="85725" indent="-85725">
                  <a:lnSpc>
                    <a:spcPct val="100000"/>
                  </a:lnSpc>
                  <a:spcBef>
                    <a:spcPts val="200"/>
                  </a:spcBef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Overpass" pitchFamily="2" charset="0"/>
                  </a:rPr>
                  <a:t>Advising startups on </a:t>
                </a:r>
                <a:r>
                  <a:rPr lang="en-US" sz="1100" b="1" dirty="0">
                    <a:latin typeface="Overpass" pitchFamily="2" charset="0"/>
                  </a:rPr>
                  <a:t>secure product architecture </a:t>
                </a:r>
                <a:r>
                  <a:rPr lang="en-US" sz="1100" dirty="0">
                    <a:latin typeface="Overpass" pitchFamily="2" charset="0"/>
                  </a:rPr>
                  <a:t>and data privacy strategies, ensuring alignment with industry best practices for SaaS deployment.</a:t>
                </a:r>
                <a:endParaRPr lang="it-IT" sz="1100" i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446971A-32E5-999B-B7CF-FBFA8560B9B3}"/>
                </a:ext>
              </a:extLst>
            </p:cNvPr>
            <p:cNvSpPr txBox="1"/>
            <p:nvPr/>
          </p:nvSpPr>
          <p:spPr>
            <a:xfrm>
              <a:off x="209053" y="7277492"/>
              <a:ext cx="715784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sz="1200" b="1" dirty="0">
                  <a:latin typeface="Overpass" pitchFamily="2" charset="0"/>
                </a:rPr>
                <a:t>PREVIOUS EXPERIENCE (PROCESS &amp; METHODOLOGIES)</a:t>
              </a:r>
              <a:endParaRPr lang="en-IL" sz="1200" b="1" dirty="0">
                <a:latin typeface="Overpas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5325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">
      <a:dk1>
        <a:srgbClr val="000000"/>
      </a:dk1>
      <a:lt1>
        <a:srgbClr val="FFFFFF"/>
      </a:lt1>
      <a:dk2>
        <a:srgbClr val="0073E6"/>
      </a:dk2>
      <a:lt2>
        <a:srgbClr val="ECECEC"/>
      </a:lt2>
      <a:accent1>
        <a:srgbClr val="4253B3"/>
      </a:accent1>
      <a:accent2>
        <a:srgbClr val="9C93FF"/>
      </a:accent2>
      <a:accent3>
        <a:srgbClr val="AD547C"/>
      </a:accent3>
      <a:accent4>
        <a:srgbClr val="934DA5"/>
      </a:accent4>
      <a:accent5>
        <a:srgbClr val="6E50B4"/>
      </a:accent5>
      <a:accent6>
        <a:srgbClr val="4F5BB7"/>
      </a:accent6>
      <a:hlink>
        <a:srgbClr val="F83837"/>
      </a:hlink>
      <a:folHlink>
        <a:srgbClr val="58ACF6"/>
      </a:folHlink>
    </a:clrScheme>
    <a:fontScheme name="Custom 31">
      <a:majorFont>
        <a:latin typeface="Georgia"/>
        <a:ea typeface=""/>
        <a:cs typeface=""/>
      </a:majorFont>
      <a:minorFont>
        <a:latin typeface="Franklin Gothic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-orchid-resume_win32_SL_v7.potx" id="{A787C318-3181-4A77-B7C8-5722A7A19F30}" vid="{C19FF49A-4F30-46C6-8079-C77920ACD5D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Classic orchid resume</Template>
  <TotalTime>131292</TotalTime>
  <Words>570</Words>
  <Application>Microsoft Office PowerPoint</Application>
  <PresentationFormat>Custom</PresentationFormat>
  <Paragraphs>33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Franklin Gothic Book</vt:lpstr>
      <vt:lpstr>Georgia</vt:lpstr>
      <vt:lpstr>Overpass</vt:lpstr>
      <vt:lpstr>Office Theme</vt:lpstr>
      <vt:lpstr>INON BAASOV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Inon Baasov</dc:creator>
  <cp:lastModifiedBy>Inon Baasov</cp:lastModifiedBy>
  <cp:revision>16</cp:revision>
  <dcterms:created xsi:type="dcterms:W3CDTF">2024-07-25T09:15:15Z</dcterms:created>
  <dcterms:modified xsi:type="dcterms:W3CDTF">2026-01-25T14:11:12Z</dcterms:modified>
</cp:coreProperties>
</file>