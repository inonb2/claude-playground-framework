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827971" cy="13946429"/>
  <p:notesSz cx="13946429" cy="9827971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827971" cy="65836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008"/>
            <a:ext cx="88221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INON BAASOV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882213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Leader  |  Co-Founder  |  CPO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658368"/>
            <a:ext cx="9827971" cy="2377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676656"/>
            <a:ext cx="245699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  Inonbaasov@hotmail.com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2456993" y="676656"/>
            <a:ext cx="245699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✆  +972-54-444-5856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913986" y="676656"/>
            <a:ext cx="245699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 linkedin.com/in/inonbaasov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7370978" y="676656"/>
            <a:ext cx="245699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⌂  inonbaasov-website.base44.app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02920" y="978408"/>
            <a:ext cx="299952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12173" y="978408"/>
            <a:ext cx="582260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SKILLS &amp; COMPETENCIES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" y="1138428"/>
            <a:ext cx="8822131" cy="16459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165860"/>
            <a:ext cx="9998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502762" y="1165860"/>
            <a:ext cx="9998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$2.5M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02603" y="1165860"/>
            <a:ext cx="9998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1357884"/>
            <a:ext cx="99984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PM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502762" y="1357884"/>
            <a:ext cx="99984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Raised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2502603" y="1357884"/>
            <a:ext cx="99984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502920" y="1504188"/>
            <a:ext cx="2999525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1517904"/>
            <a:ext cx="9998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502762" y="1517904"/>
            <a:ext cx="9998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502603" y="1517904"/>
            <a:ext cx="9998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99.99%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1709928"/>
            <a:ext cx="99984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1502762" y="1709928"/>
            <a:ext cx="99984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Led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2502603" y="1709928"/>
            <a:ext cx="99984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3612173" y="1165860"/>
            <a:ext cx="2865583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Product Lifecycle Mgmt (0-to-Scale)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6523476" y="1165860"/>
            <a:ext cx="2865583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PRD / MRD / BRD Authorship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3612173" y="1298448"/>
            <a:ext cx="2865583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Training &amp; Learning Systems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6523476" y="1298448"/>
            <a:ext cx="2865583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/ LLM Product Design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3612173" y="1431036"/>
            <a:ext cx="2865583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V&amp;V Processes &amp; Testing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6523476" y="1431036"/>
            <a:ext cx="2865583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Cross-functional Leadership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3612173" y="1563624"/>
            <a:ext cx="2865583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Strategic Roadmapping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6523476" y="1563624"/>
            <a:ext cx="2865583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Budget &amp; P&amp;L Management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3612173" y="1696212"/>
            <a:ext cx="2865583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Supplier &amp; Vendor Management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6523476" y="1696212"/>
            <a:ext cx="2865583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Market Research &amp; Competitive Intel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3612173" y="1828800"/>
            <a:ext cx="2865583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Global Project Management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6523476" y="1828800"/>
            <a:ext cx="2865583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Business Development &amp; GTM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3612173" y="1961388"/>
            <a:ext cx="2865583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Agile / Scrum / OKRs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6523476" y="1961388"/>
            <a:ext cx="2865583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SaaS / PaaS Architecture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3612173" y="2093976"/>
            <a:ext cx="2865583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Regulatory Environments (HL7, MoH)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502920" y="2167128"/>
            <a:ext cx="882213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SUMMARY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02920" y="2327148"/>
            <a:ext cx="8822131" cy="16459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" y="2382012"/>
            <a:ext cx="882213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Leader with 10+ years delivering complex technology products from zero to scale in AI, SaaS, and interactive media systems. Raised $2.5M, led teams of 20+, and drove 38% efficiency gains. Experienced in full product lifecycle management (PRD/MRD/V&amp;V), supplier management, global cross-functional projects, and Agile in regulated industries. Technion-educated (BSc + Executive MBA). Passionate about technically complex, multi-platform products that combine AI, simulation, and scalable content delivery.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02920" y="2932481"/>
            <a:ext cx="882213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EXPERIENCE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02920" y="3092501"/>
            <a:ext cx="8822131" cy="16459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2920" y="3147365"/>
            <a:ext cx="6351934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Inon Baasov Ltd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854854" y="3147365"/>
            <a:ext cx="2470197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– Present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502920" y="3298241"/>
            <a:ext cx="8822131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Strategy Consultant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502920" y="3435401"/>
            <a:ext cx="8822131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 |  AI Strategy  |  GTM  |  Consulting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594360" y="3549701"/>
            <a:ext cx="8730691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Advising 3 early-stage AI startups on product strategy, GTM, and 12-month roadmap execution.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594360" y="3668573"/>
            <a:ext cx="8730691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AiRakoon — Enterprise AI: LLM architecture, API design, enterprise GTM delivery.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94360" y="3787445"/>
            <a:ext cx="8730691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Medicrowd — MedTech AI: Full MVP spec in regulated HL7 environment; dual UX for clinicians and investors.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94360" y="3906317"/>
            <a:ext cx="8730691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Smash+ — Wellness App: B2C behavioral design, cohort analysis, D7/D30 KPI framework.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02920" y="4061765"/>
            <a:ext cx="6351934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TouchE TV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854854" y="4061765"/>
            <a:ext cx="2470197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 – 2024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502920" y="4212641"/>
            <a:ext cx="8822131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 &amp; Chief Product Officer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502920" y="4349801"/>
            <a:ext cx="8822131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CPO  |  SaaS/PaaS  |  AWS  |  AI/ML  |  Android/iOS/Smart TV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594360" y="4464101"/>
            <a:ext cx="8730691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Built AI-powered interactive video platform (content, e-commerce, advertising) from 0 to scale; raised $2.5M seed funding.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594360" y="4582973"/>
            <a:ext cx="8730691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Led 4 cross-functional teams across full 6-year product lifecycle; authored all PRD/MRD documentation.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594360" y="4701845"/>
            <a:ext cx="8730691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Achieved 99.99% uptime on AWS serving millions of concurrent users; drove 38% operational efficiency gains.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594360" y="4820717"/>
            <a:ext cx="8730691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Managed supplier relationships, external dev vendors, and international studio partnerships (Paramount, Lionsgate).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502920" y="4976165"/>
            <a:ext cx="6351934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Arena Plus Financial Services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6854854" y="4976165"/>
            <a:ext cx="2470197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 – 2018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502920" y="5127041"/>
            <a:ext cx="8822131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Product Manager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502920" y="5264201"/>
            <a:ext cx="8822131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  |  B2B  |  Agile  |  Regulated  |  Global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594360" y="5378501"/>
            <a:ext cx="8730691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Promoted PM to Senior PM in 18 months; managed global cross-functional teams across FinTech platforms.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594360" y="5497373"/>
            <a:ext cx="8730691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Delivered +22% user adoption, +15% revenue growth, and -20% TTM via Agile methodology.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502920" y="5652821"/>
            <a:ext cx="6351934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Blau Pharmaceuticals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6854854" y="5652821"/>
            <a:ext cx="2470197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2009 – 2011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502920" y="5803697"/>
            <a:ext cx="8822131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Affairs Consultant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502920" y="5940857"/>
            <a:ext cx="8822131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 |  Pharma  |  MoH  |  V&amp;V  |  Team Lead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594360" y="6055157"/>
            <a:ext cx="8730691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Led Israeli MoH regulatory submissions and headed Pharmacovigilance department with 6-person team.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502920" y="6251753"/>
            <a:ext cx="882213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502920" y="6411773"/>
            <a:ext cx="8822131" cy="16459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02920" y="6466637"/>
            <a:ext cx="7234148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MBA — Entrepreneurship &amp; High-Tech Management  |  Technion – IIT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7737068" y="6466637"/>
            <a:ext cx="158798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2016–2018</a:t>
            </a:r>
            <a:endParaRPr lang="en-US" sz="750" dirty="0"/>
          </a:p>
        </p:txBody>
      </p:sp>
      <p:sp>
        <p:nvSpPr>
          <p:cNvPr id="77" name="Text 75"/>
          <p:cNvSpPr/>
          <p:nvPr/>
        </p:nvSpPr>
        <p:spPr>
          <a:xfrm>
            <a:off x="502920" y="6585509"/>
            <a:ext cx="7234148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B.Sc. — Biotechnology &amp; Food Engineering  |  Technion – IIT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7737068" y="6585509"/>
            <a:ext cx="158798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2005–2008</a:t>
            </a:r>
            <a:endParaRPr lang="en-US" sz="750" dirty="0"/>
          </a:p>
        </p:txBody>
      </p:sp>
      <p:sp>
        <p:nvSpPr>
          <p:cNvPr id="79" name="Text 77"/>
          <p:cNvSpPr/>
          <p:nvPr/>
        </p:nvSpPr>
        <p:spPr>
          <a:xfrm>
            <a:off x="502920" y="6704381"/>
            <a:ext cx="7234148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Studies — Chemical Engineering  |  McGill University, Canada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7737068" y="6704381"/>
            <a:ext cx="158798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2004–2005</a:t>
            </a:r>
            <a:endParaRPr lang="en-US" sz="750" dirty="0"/>
          </a:p>
        </p:txBody>
      </p:sp>
      <p:sp>
        <p:nvSpPr>
          <p:cNvPr id="81" name="Text 79"/>
          <p:cNvSpPr/>
          <p:nvPr/>
        </p:nvSpPr>
        <p:spPr>
          <a:xfrm>
            <a:off x="502920" y="6889090"/>
            <a:ext cx="882213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 &amp; AVAILABILITY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502920" y="7049110"/>
            <a:ext cx="8822131" cy="16459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02920" y="7103974"/>
            <a:ext cx="882213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Hebrew — Native  |  English — Fluent (C2)  |  Location: Israel  |  Available Now  |  Open to travel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2026-04-28T12:21:18Z</dcterms:created>
  <dcterms:modified xsi:type="dcterms:W3CDTF">2026-04-28T12:21:18Z</dcterms:modified>
</cp:coreProperties>
</file>