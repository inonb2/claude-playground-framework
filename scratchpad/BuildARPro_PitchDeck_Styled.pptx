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5E5E5"/>
                </a:solidFill>
                <a:latin typeface="Arial"/>
              </a:rPr>
              <a:t>BuildARPro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5E5E5"/>
                </a:solidFill>
                <a:latin typeface="Arial"/>
              </a:rPr>
              <a:t>Build Like a Pro.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5E5E5"/>
                </a:solidFill>
                <a:latin typeface="Arial"/>
              </a:rPr>
              <a:t>Your IKEA paper manual becomes a live 3D AR guide.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Confidential — Seed Stage  |  Inon Baasov, Founder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DIY Instructions Are Broken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E5E5E5"/>
                </a:solidFill>
                <a:latin typeface="Arial"/>
              </a:rPr>
              <a:t>•  600 million people globally attempt DIY projects annually — most experience failure, frustration, or costly rework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The state of the art: YouTube </a:t>
            </a:r>
            <a:r>
              <a:rPr sz="2200" b="1">
                <a:latin typeface="Arial"/>
                <a:solidFill>
                  <a:srgbClr val="F97316"/>
                </a:solidFill>
              </a:rPr>
              <a:t>videos</a:t>
            </a:r>
            <a:r>
              <a:rPr sz="1800" b="0">
                <a:solidFill>
                  <a:srgbClr val="E5E5E5"/>
                </a:solidFill>
                <a:latin typeface="Arial"/>
              </a:rPr>
              <a:t> you pause with dirty hands; IKEA diagrams designed to confuse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E5E5E5"/>
                </a:solidFill>
                <a:latin typeface="Arial"/>
              </a:rPr>
              <a:t>•  No tool exists that provides real-time, spatially-aware, step-by-step guidance in your physical space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E5E5E5"/>
                </a:solidFill>
                <a:latin typeface="Arial"/>
              </a:rPr>
              <a:t>•  $80 billion wasted annually on materials, abandoned projects, and unnecessary contractor hires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Paper manuals are indecipherable. </a:t>
            </a:r>
            <a:r>
              <a:rPr sz="2200" b="1">
                <a:latin typeface="Arial"/>
                <a:solidFill>
                  <a:srgbClr val="F97316"/>
                </a:solidFill>
              </a:rPr>
              <a:t>Videos</a:t>
            </a:r>
            <a:r>
              <a:rPr sz="1800" b="0">
                <a:solidFill>
                  <a:srgbClr val="E5E5E5"/>
                </a:solidFill>
                <a:latin typeface="Arial"/>
              </a:rPr>
              <a:t> are passive. Text tutorials lack spatial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280160"/>
            <a:ext cx="2560320" cy="128016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600M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965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People fail their DIY projects every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560320" cy="128016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$80B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Wasted on failed DIY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AR Guidance That Meets You Where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E5E5"/>
                </a:solidFill>
                <a:latin typeface="Arial"/>
              </a:rPr>
              <a:t>Point your phone at a paper manual. A live 3D AR guide appears.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Point your phone camera at a physical paper manual or instruction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OCR + Computer Vision + 3D model generation reads and maps the instructions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A rotatable 3D model appears anchored in your real-world space via 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Real-time arrows, highlights, and step-by-step AR cues walk you through every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5E5E5"/>
                </a:solidFill>
                <a:latin typeface="Arial"/>
              </a:rPr>
              <a:t>"Your IKEA paper manual becomes a live 3D AR guide."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How It Works — Four Steps to Pro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5E5E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E5E5"/>
                </a:solidFill>
                <a:latin typeface="Arial"/>
              </a:rPr>
              <a:t>Choose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Browse 500+ verified DIY projects by category and skill level. Community ratings guide your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5E5E5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E5E5"/>
                </a:solidFill>
                <a:latin typeface="Arial"/>
              </a:rPr>
              <a:t>Scan the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Point your camera at any paper instruction sheet. OCR + Computer Vision + 3D interpretation activates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5E5E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E5E5"/>
                </a:solidFill>
                <a:latin typeface="Arial"/>
              </a:rPr>
              <a:t>Follow the AR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97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A rotatable 3D model overlays your real world. Step-by-step arrows, highlights, and explanations guide every move. Hands stay on the project — not your screen.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5E5E5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E5E5"/>
                </a:solidFill>
                <a:latin typeface="Arial"/>
              </a:rPr>
              <a:t>Complete and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321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Log your build, earn your badge, and inspire the next builder in the community feed.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Three Massive Markets, One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$800B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Global DIY
Home Improvement
(2025, growing to $1.4T by 2032)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$30.6B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Mobile AR Market
(2025, growing to $113.6B by 2030
CAGR 31.3%)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$205B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Creator Economy
(2024, CAGR 23.3%
DIY content is a primary pillar)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E5E5"/>
                </a:solidFill>
                <a:latin typeface="Arial"/>
              </a:rPr>
              <a:t>Target Addressable Market — AR-Guided DIY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$4–10B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Near-term TAM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$20B+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Long-term TAM at maturity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100M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Potential users
(5% of 2B AR users, DIY-engaged)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E5E5"/>
                </a:solidFill>
                <a:latin typeface="Arial"/>
              </a:rPr>
              <a:t>31.3%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Mobile AR CAGR
2025–2030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We Start Where Everyone Else Stops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E5E5"/>
                </a:solidFill>
                <a:latin typeface="Arial"/>
              </a:rPr>
              <a:t>No competitor combines AR spatial overlay + step-by-step DIY guidance.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AR Overlay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Step-by-Step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Works on Any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AI Assistant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IKEA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 (IKEA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11430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Wayfair 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 (Wayfair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YouTube DIY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23360"/>
            <a:ext cx="11430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Instructables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Google 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Limited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Partial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12080"/>
            <a:ext cx="11430000" cy="54864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BuildARPro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E5E5"/>
                </a:solidFill>
                <a:latin typeface="Arial"/>
              </a:rPr>
              <a:t>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Three Revenue Streams, One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5E5E5"/>
                </a:solidFill>
                <a:latin typeface="Arial"/>
              </a:rPr>
              <a:t>Consumer Pro
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E5E5"/>
                </a:solidFill>
                <a:latin typeface="Arial"/>
              </a:rPr>
              <a:t>$7.99/month
$59.99/year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Arial"/>
              </a:rPr>
              <a:t>Unlimited projects, full AI assistant,
voice guidance, offline downloads,
advanced AR features, early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5E5E5"/>
                </a:solidFill>
                <a:latin typeface="Arial"/>
              </a:rPr>
              <a:t>Creator
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E5E5"/>
                </a:solidFill>
                <a:latin typeface="Arial"/>
              </a:rPr>
              <a:t>Revenue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Arial"/>
              </a:rPr>
              <a:t>Verified creators publish projects and
earn % of Pro subscriber completions.
Platform takes 30% — like App Store.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5E5E5"/>
                </a:solidFill>
                <a:latin typeface="Arial"/>
              </a:rPr>
              <a:t>B2B
White-Label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E5E5"/>
                </a:solidFill>
                <a:latin typeface="Arial"/>
              </a:rPr>
              <a:t>$5K–$50K/mo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Arial"/>
              </a:rPr>
              <a:t>Furniture brands and hardware retailers
license BuildARPro to replace paper
assembly manuals. Enterprise licensing.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E5E5"/>
                </a:solidFill>
                <a:latin typeface="Arial"/>
              </a:rPr>
              <a:t>Revenue Projections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Year 1: 50,000 Pro subscribers = $4.8M ARR    |    Year 3: 500,000 subscribers + B2B = $50M+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Technology — Built for the Real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E5E5"/>
                </a:solidFill>
                <a:latin typeface="Arial"/>
              </a:rPr>
              <a:t>OCR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Optical Character Recognition scans paper manuals in real-time, extracting step data, part numbers, and spatial relationships from physical instruction sheets.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E5E5"/>
                </a:solidFill>
                <a:latin typeface="Arial"/>
              </a:rPr>
              <a:t>Computer Vision + 3D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CV pipeline interprets 2D manual diagrams as 3D spatial models — identifying components, their relationships, and assembly sequences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79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E5E5"/>
                </a:solidFill>
                <a:latin typeface="Arial"/>
              </a:rPr>
              <a:t>ARKit (iOS) / ARCore (Android)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5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Native AR frameworks enable precise plane detection, LiDAR support on iPhone 12 Pro+, world tracking, and spatial anchoring of 3D overlays in real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064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E5E5"/>
                </a:solidFill>
                <a:latin typeface="Arial"/>
              </a:rPr>
              <a:t>Supabase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PostgreSQL database, Auth, Realtime, Edge Functions, and Storage — handles project library, user accounts, creator content, community, and AI assistant API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Stack: React Native  +  ViroReact  +  ARKit/ARCore  +  OCR  +  Computer Vision  +  Supabase  +  AI (Claude/OpenAI)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Early Signals — Stealth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228600"/>
            <a:ext cx="3017520" cy="50292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274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5E5E5"/>
                </a:solidFill>
                <a:latin typeface="Arial"/>
              </a:rPr>
              <a:t>Status: Stealth — Early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  <a:latin typeface="Arial"/>
              </a:rPr>
              <a:t>Israel market validation in progress. No public launch yet. Building the right product before marketing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E5E5"/>
                </a:solidFill>
                <a:latin typeface="Arial"/>
              </a:rPr>
              <a:t>Market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856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Israel DIY market research complete. Target customer interviews with early testers underway. Core problem confirmed: paper manuals and passive video fail the modern DIYer.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E5E5"/>
                </a:solidFill>
                <a:latin typeface="Arial"/>
              </a:rPr>
              <a:t>Technical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55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Core AR pipeline validated: OCR scanning of paper manuals, computer vision 3D interpretation, and ARKit spatial overlay all proven in isolation. Integration in progress.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7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E5E5"/>
                </a:solidFill>
                <a:latin typeface="Arial"/>
              </a:rPr>
              <a:t>Product Vision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Corrected product vision finalized: smartphone scans a paper manual, a live 3D AR guide appears. Stealth mode — building before announcing.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5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5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E5E5"/>
                </a:solidFill>
                <a:latin typeface="Arial"/>
              </a:rPr>
              <a:t>Why Israel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040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Israel is an ideal seed market: high smartphone penetration, strong DIY/maker culture, tech-savvy early adopters, accessible distribution via Israeli app stores and maker communities.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Roadmap — From Stealth to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E5E5"/>
                </a:solidFill>
                <a:latin typeface="Arial"/>
              </a:rPr>
              <a:t>Phase 1
Month 0–3
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Native iOS + Android app (React Native + ViroReact)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OCR + CV pipeline: scan any paper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AR step-by-step overlay with arrows and 3D guides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20–30 curated seed projects across 4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AI assistant (context-aware per project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App Store + Google Play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E5E5"/>
                </a:solidFill>
                <a:latin typeface="Arial"/>
              </a:rPr>
              <a:t>Phase 2
Month 3–6
Creator +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Creator Studio: author AR projects, upload 3D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Freemium paywall: Pro at $7.99/month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Creator revenue share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Community feed, social sharing, comments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Voice guidance (TTS) during AR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Image recognition: scan a part to identify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9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E5E5"/>
                </a:solidFill>
                <a:latin typeface="Arial"/>
              </a:rPr>
              <a:t>Phase 3
Month 6–12
Scale +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79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9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Full 3D assembly reconstruction (LiDAR on capable devices)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Error detection: AI flags misaligned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B2B white-label channel: IKEA, Home Depot, West Elm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Collaborative mode: two users, one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500+ verified projects, 6+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Arial"/>
              </a:rPr>
              <a:t>•  Offline mode + AR project recording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Team — Built by People Who Know the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926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Arial"/>
              </a:rPr>
              <a:t>Inon Baasov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  <a:latin typeface="Arial"/>
              </a:rPr>
              <a:t>Product Leader &amp;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•  Technion (Israel Institute of Technology) graduate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•  $2.5M+ product impact across prior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•  Deep expertise in product strategy, user experience, and go-to-market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655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•  Solo founder — product-led, Israel-first, stealth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Arial"/>
              </a:rPr>
              <a:t>•  Vision: democratize professional-quality DIY guidance for every smartphone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Hiring Plan — Funded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AR / React Native Engineer  —  Core AR pipeline, iOS + Android  (60% of seed engineering budget)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UX / Product Designer  —  App and Creator Studio interfaces  (Equity + cash)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Creator Acquisition Lead  —  Recruit first 50 verified creators before launch  (Commission + equity)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5E5E5"/>
                </a:solidFill>
                <a:latin typeface="Arial"/>
              </a:rPr>
              <a:t>Join Us in Redefining How the World Builds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5E5"/>
                </a:solidFill>
                <a:latin typeface="Arial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E5E5"/>
                </a:solidFill>
                <a:latin typeface="Arial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  <a:latin typeface="Arial"/>
              </a:rPr>
              <a:t>Raising Pre-Seed / Seed capital to fund AR MVP development and initial creator + user acquisition.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E5E5"/>
                </a:solidFill>
                <a:latin typeface="Arial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5E5E5"/>
                </a:solidFill>
                <a:latin typeface="Arial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AR development, native app, OCR + CV pipeline, Supabase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E5E5"/>
                </a:solidFill>
                <a:latin typeface="Arial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5E5E5"/>
                </a:solidFill>
                <a:latin typeface="Arial"/>
              </a:rPr>
              <a:t>Creator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Recruit first 50 verified creators, seed content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E5E5"/>
                </a:solidFill>
                <a:latin typeface="Arial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5E5E5"/>
                </a:solidFill>
                <a:latin typeface="Arial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Infrastructure, App Store fees, legal, working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E5E5"/>
                </a:solidFill>
                <a:latin typeface="Arial"/>
              </a:rPr>
              <a:t>Milestones With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Month 3: AR MVP live in App Store — OCR scans any paper manual, 3D AR guide appears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852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Month 6: 10,000 users, Pro subscription revenue live, 50+ verified creator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784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Month 9: First B2B letter of intent from furniture retailer or hardware brand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71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Arial"/>
              </a:rPr>
              <a:t>Month 12: 50,000 users, Creator Marketplace active, B2B channel generating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5E5"/>
                </a:solidFill>
                <a:latin typeface="Arial"/>
              </a:rPr>
              <a:t>Inon Baasov  |  inonbaasov@gmail.com  |  promakerapp.com  |  "Build Like a Pro. Every Time."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