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6F304-43F7-4AFC-AEF3-F90F0DB4705B}" v="10" dt="2025-11-09T15:29:37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00" d="100"/>
          <a:sy n="100" d="100"/>
        </p:scale>
        <p:origin x="2988" y="312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5-11-09T15:36:52.654" v="995" actId="478"/>
      <pc:docMkLst>
        <pc:docMk/>
      </pc:docMkLst>
      <pc:sldChg chg="addSp delSp modSp mod">
        <pc:chgData name="Inon Baasov" userId="675f8575db202d33" providerId="LiveId" clId="{6535A8C2-D6D1-40A6-B57B-6CAB1510FB70}" dt="2025-11-09T15:36:52.654" v="995" actId="478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1-09T15:32:35.445" v="795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5-11-09T15:30:01.813" v="659" actId="14100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5-11-09T15:35:53.765" v="853" actId="1036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5-11-09T15:35:53.765" v="853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5-11-09T15:30:09.484" v="683" actId="1036"/>
          <ac:spMkLst>
            <pc:docMk/>
            <pc:sldMk cId="1945325877" sldId="260"/>
            <ac:spMk id="11" creationId="{D6C75DF8-197B-BFD3-34D2-297D5EA3D213}"/>
          </ac:spMkLst>
        </pc:spChg>
        <pc:spChg chg="del mod topLvl">
          <ac:chgData name="Inon Baasov" userId="675f8575db202d33" providerId="LiveId" clId="{6535A8C2-D6D1-40A6-B57B-6CAB1510FB70}" dt="2025-11-09T15:20:26.128" v="373" actId="478"/>
          <ac:spMkLst>
            <pc:docMk/>
            <pc:sldMk cId="1945325877" sldId="260"/>
            <ac:spMk id="13" creationId="{0C88FAEB-97AB-2239-F8DB-DED59615674D}"/>
          </ac:spMkLst>
        </pc:spChg>
        <pc:spChg chg="del mod topLvl">
          <ac:chgData name="Inon Baasov" userId="675f8575db202d33" providerId="LiveId" clId="{6535A8C2-D6D1-40A6-B57B-6CAB1510FB70}" dt="2025-11-09T15:36:52.654" v="995" actId="478"/>
          <ac:spMkLst>
            <pc:docMk/>
            <pc:sldMk cId="1945325877" sldId="260"/>
            <ac:spMk id="16" creationId="{BEE39418-E8CE-BD4B-D0D9-F9492916CA6A}"/>
          </ac:spMkLst>
        </pc:spChg>
        <pc:spChg chg="del mod topLvl">
          <ac:chgData name="Inon Baasov" userId="675f8575db202d33" providerId="LiveId" clId="{6535A8C2-D6D1-40A6-B57B-6CAB1510FB70}" dt="2025-11-09T15:05:54.709" v="82" actId="478"/>
          <ac:spMkLst>
            <pc:docMk/>
            <pc:sldMk cId="1945325877" sldId="260"/>
            <ac:spMk id="17" creationId="{EF73168D-0A0F-8E25-0121-1285C635CD99}"/>
          </ac:spMkLst>
        </pc:spChg>
        <pc:spChg chg="mod">
          <ac:chgData name="Inon Baasov" userId="675f8575db202d33" providerId="LiveId" clId="{6535A8C2-D6D1-40A6-B57B-6CAB1510FB70}" dt="2025-11-09T15:04:29.862" v="71"/>
          <ac:spMkLst>
            <pc:docMk/>
            <pc:sldMk cId="1945325877" sldId="260"/>
            <ac:spMk id="19" creationId="{6D0E2CA2-694A-D488-7E52-819529065962}"/>
          </ac:spMkLst>
        </pc:spChg>
        <pc:spChg chg="mod">
          <ac:chgData name="Inon Baasov" userId="675f8575db202d33" providerId="LiveId" clId="{6535A8C2-D6D1-40A6-B57B-6CAB1510FB70}" dt="2025-11-09T15:04:29.862" v="71"/>
          <ac:spMkLst>
            <pc:docMk/>
            <pc:sldMk cId="1945325877" sldId="260"/>
            <ac:spMk id="20" creationId="{C91C8C29-5005-F0E1-F8D5-BBE3EBD3EEB5}"/>
          </ac:spMkLst>
        </pc:spChg>
        <pc:spChg chg="mod">
          <ac:chgData name="Inon Baasov" userId="675f8575db202d33" providerId="LiveId" clId="{6535A8C2-D6D1-40A6-B57B-6CAB1510FB70}" dt="2025-11-09T15:35:48.245" v="838" actId="14100"/>
          <ac:spMkLst>
            <pc:docMk/>
            <pc:sldMk cId="1945325877" sldId="260"/>
            <ac:spMk id="154" creationId="{7B120799-BCC3-8E46-2EA5-CFAE368C1FC7}"/>
          </ac:spMkLst>
        </pc:spChg>
        <pc:grpChg chg="mod">
          <ac:chgData name="Inon Baasov" userId="675f8575db202d33" providerId="LiveId" clId="{6535A8C2-D6D1-40A6-B57B-6CAB1510FB70}" dt="2025-11-09T15:14:19.317" v="178" actId="14100"/>
          <ac:grpSpMkLst>
            <pc:docMk/>
            <pc:sldMk cId="1945325877" sldId="260"/>
            <ac:grpSpMk id="2" creationId="{E8F3DD04-3596-890A-0289-4F6EC51FBB48}"/>
          </ac:grpSpMkLst>
        </pc:grpChg>
        <pc:grpChg chg="mod topLvl">
          <ac:chgData name="Inon Baasov" userId="675f8575db202d33" providerId="LiveId" clId="{6535A8C2-D6D1-40A6-B57B-6CAB1510FB70}" dt="2025-11-09T15:32:45.937" v="827" actId="1035"/>
          <ac:grpSpMkLst>
            <pc:docMk/>
            <pc:sldMk cId="1945325877" sldId="260"/>
            <ac:grpSpMk id="8" creationId="{0706554B-DAEA-F04A-7818-F1555F0613DF}"/>
          </ac:grpSpMkLst>
        </pc:grpChg>
        <pc:grpChg chg="del mod">
          <ac:chgData name="Inon Baasov" userId="675f8575db202d33" providerId="LiveId" clId="{6535A8C2-D6D1-40A6-B57B-6CAB1510FB70}" dt="2025-11-09T15:20:26.128" v="373" actId="478"/>
          <ac:grpSpMkLst>
            <pc:docMk/>
            <pc:sldMk cId="1945325877" sldId="260"/>
            <ac:grpSpMk id="14" creationId="{ECC1ACAF-2762-F2BB-D0C1-E9505DACC9F5}"/>
          </ac:grpSpMkLst>
        </pc:grpChg>
        <pc:grpChg chg="add del mod">
          <ac:chgData name="Inon Baasov" userId="675f8575db202d33" providerId="LiveId" clId="{6535A8C2-D6D1-40A6-B57B-6CAB1510FB70}" dt="2025-11-09T15:05:54.709" v="82" actId="478"/>
          <ac:grpSpMkLst>
            <pc:docMk/>
            <pc:sldMk cId="1945325877" sldId="260"/>
            <ac:grpSpMk id="15" creationId="{0D8BFB60-38A0-E6E4-53E5-459380BEA581}"/>
          </ac:grpSpMkLst>
        </pc:grpChg>
        <pc:grpChg chg="add mod">
          <ac:chgData name="Inon Baasov" userId="675f8575db202d33" providerId="LiveId" clId="{6535A8C2-D6D1-40A6-B57B-6CAB1510FB70}" dt="2025-11-09T15:04:29.862" v="71"/>
          <ac:grpSpMkLst>
            <pc:docMk/>
            <pc:sldMk cId="1945325877" sldId="260"/>
            <ac:grpSpMk id="18" creationId="{BBDAE3FE-CCD6-3A0B-B846-AB012D19F3EA}"/>
          </ac:grpSpMkLst>
        </pc:grpChg>
        <pc:grpChg chg="mod">
          <ac:chgData name="Inon Baasov" userId="675f8575db202d33" providerId="LiveId" clId="{6535A8C2-D6D1-40A6-B57B-6CAB1510FB70}" dt="2025-11-09T15:32:55.640" v="831" actId="1035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191883" y="1891899"/>
            <a:ext cx="6436368" cy="940067"/>
            <a:chOff x="93673" y="1854031"/>
            <a:chExt cx="2936874" cy="355592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30686"/>
              <a:ext cx="2936874" cy="27893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1008663"/>
            <a:ext cx="6521090" cy="993591"/>
            <a:chOff x="2730795" y="1315393"/>
            <a:chExt cx="4090720" cy="1485415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6"/>
              <a:ext cx="4090720" cy="1150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Strategic Product Manager with 10+ years leading cross-functional teams to deliver SaaS, AI, and enterprise platforms. Expert in outcome-based delivery, Agile/DevOps practices, and roadmap execution across units. Skilled in managing product teams, integrating AI solutions, and ensuring regulatory compliance while driving innovation, efficiency, and measurable results.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2811002"/>
            <a:ext cx="6580415" cy="5824085"/>
            <a:chOff x="161926" y="3425442"/>
            <a:chExt cx="6590843" cy="40683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42"/>
              <a:ext cx="6590843" cy="4068357"/>
              <a:chOff x="78398" y="3403410"/>
              <a:chExt cx="6718755" cy="305490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0"/>
                <a:ext cx="6718755" cy="3054909"/>
                <a:chOff x="-24741" y="2575123"/>
                <a:chExt cx="6949855" cy="2369268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3799548"/>
                  <a:ext cx="6943718" cy="762899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050" b="1" i="1" dirty="0">
                      <a:latin typeface="Overpass" pitchFamily="2" charset="0"/>
                    </a:rPr>
                    <a:t>Senior Product/Project Manager |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    </a:t>
                  </a:r>
                  <a:r>
                    <a:rPr lang="en-US" sz="1200" b="1" dirty="0">
                      <a:latin typeface="Overpass" pitchFamily="2" charset="0"/>
                    </a:rPr>
                    <a:t> 2015 - 2018 </a:t>
                  </a:r>
                  <a:r>
                    <a:rPr lang="en-US" sz="1100" b="1" dirty="0">
                      <a:latin typeface="Overpass" pitchFamily="2" charset="0"/>
                    </a:rPr>
                    <a:t>	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Oversaw end-to-end IT delivery and platform governance, introducing Agile frameworks that reduced time-to-market by 20%.  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budgets, risks, and global development teams, ensuring alignment with strategic business and compliance objectives.  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Built delivery KPIs enhancing predictability and stakeholder clarity.</a:t>
                  </a:r>
                  <a:r>
                    <a:rPr lang="en-US" sz="1100" b="1" dirty="0">
                      <a:latin typeface="Overpass" pitchFamily="2" charset="0"/>
                    </a:rPr>
                    <a:t> 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  Product Manager | 2013 - 2015  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Drove product adoption (+22% quarterly) and revenue growth (+15%) through strategic delivery initiatives.  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to Senior PM for leading digital transformation and organizational process improvements. 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549612"/>
                  <a:ext cx="6943717" cy="2304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|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	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2011 - 2013</a:t>
                  </a:r>
                  <a:endPara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Overpass" pitchFamily="2" charset="0"/>
                    </a:rPr>
                    <a:t>Managed QA and delivery compliance for medical food and device projects under strict regulatory standards.</a:t>
                  </a:r>
                  <a:endParaRPr lang="it-IT" sz="14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4763490"/>
                  <a:ext cx="6931149" cy="18090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050" b="1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Regulatory Affairs Consultant |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</a:t>
                  </a:r>
                  <a:r>
                    <a:rPr lang="it-IT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2009 - 2011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50" dirty="0">
                      <a:latin typeface="Overpass" pitchFamily="2" charset="0"/>
                    </a:rPr>
                    <a:t>Advised pharmaceutical companies on regulatory documentation and compliance frameworks.</a:t>
                  </a:r>
                  <a:endParaRPr lang="it-IT" sz="105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209339"/>
                <a:ext cx="6713716" cy="834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 interactive video SaaS</a:t>
                </a:r>
                <a:r>
                  <a:rPr lang="en-US" sz="1050" b="1" i="1" dirty="0">
                    <a:latin typeface="Overpass" pitchFamily="2" charset="0"/>
                  </a:rPr>
                  <a:t>  </a:t>
                </a:r>
                <a:r>
                  <a:rPr lang="en-US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en-US" sz="1050" b="1" i="1" dirty="0">
                    <a:latin typeface="Overpass" pitchFamily="2" charset="0"/>
                  </a:rPr>
                  <a:t>Co-Founder &amp; Product/Project Lead |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2018 - 2024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Directed all project phases of an AI-powered interactive video platform, from roadmap planning to release, securing $2.5M in seed funding.  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Integrated Agile and DevOps delivery models, improving TTM and operational efficiency by 38%.  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multi-disciplinary teams (Engineering, Design, Data, QA) across Web, Mobile, and Smart-TV Env.  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Oversaw enterprise client integrations and IT delivery governance, ensuring compliance, interoperability, and delivery excellence.  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Drove implementation of AI-based automation and analytics to enhance scalability and service. 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600007"/>
              <a:ext cx="6568161" cy="95591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it-IT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it-IT" sz="105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 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			            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Lead product delivery and digital transformation projects for startups and pre-seed ventures.  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Scope, plan, and manage AI and data-driven initiatives aligned with organizational strategy and compliance standards.  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Collaborate with companies and regulated sectors to define success KPIs, &amp; execution frameworks.  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Mentor and coordinate cross-functional delivery teams, aligning product, technology, and operations for measurable outcomes. </a:t>
              </a:r>
              <a:endParaRPr lang="it-IT" sz="1100" i="1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131099</TotalTime>
  <Words>473</Words>
  <Application>Microsoft Office PowerPoint</Application>
  <PresentationFormat>Letter Paper (8.5x11 in)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16</cp:revision>
  <dcterms:created xsi:type="dcterms:W3CDTF">2024-07-25T09:15:15Z</dcterms:created>
  <dcterms:modified xsi:type="dcterms:W3CDTF">2025-11-09T15:36:59Z</dcterms:modified>
</cp:coreProperties>
</file>