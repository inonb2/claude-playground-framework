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handoutMasterIdLst>
    <p:handoutMasterId r:id="rId4"/>
  </p:handoutMasterIdLst>
  <p:sldIdLst>
    <p:sldId id="260" r:id="rId2"/>
  </p:sldIdLst>
  <p:sldSz cx="7559675" cy="10691813"/>
  <p:notesSz cx="6858000" cy="9144000"/>
  <p:defaultTextStyle>
    <a:defPPr>
      <a:defRPr lang="en-US"/>
    </a:defPPr>
    <a:lvl1pPr marL="0" algn="l" defTabSz="521437" rtl="0" eaLnBrk="1" latinLnBrk="0" hangingPunct="1">
      <a:defRPr sz="2053" kern="1200">
        <a:solidFill>
          <a:schemeClr val="tx1"/>
        </a:solidFill>
        <a:latin typeface="+mn-lt"/>
        <a:ea typeface="+mn-ea"/>
        <a:cs typeface="+mn-cs"/>
      </a:defRPr>
    </a:lvl1pPr>
    <a:lvl2pPr marL="521437" algn="l" defTabSz="521437" rtl="0" eaLnBrk="1" latinLnBrk="0" hangingPunct="1">
      <a:defRPr sz="2053" kern="1200">
        <a:solidFill>
          <a:schemeClr val="tx1"/>
        </a:solidFill>
        <a:latin typeface="+mn-lt"/>
        <a:ea typeface="+mn-ea"/>
        <a:cs typeface="+mn-cs"/>
      </a:defRPr>
    </a:lvl2pPr>
    <a:lvl3pPr marL="1042873" algn="l" defTabSz="521437" rtl="0" eaLnBrk="1" latinLnBrk="0" hangingPunct="1">
      <a:defRPr sz="2053" kern="1200">
        <a:solidFill>
          <a:schemeClr val="tx1"/>
        </a:solidFill>
        <a:latin typeface="+mn-lt"/>
        <a:ea typeface="+mn-ea"/>
        <a:cs typeface="+mn-cs"/>
      </a:defRPr>
    </a:lvl3pPr>
    <a:lvl4pPr marL="1564310" algn="l" defTabSz="521437" rtl="0" eaLnBrk="1" latinLnBrk="0" hangingPunct="1">
      <a:defRPr sz="2053" kern="1200">
        <a:solidFill>
          <a:schemeClr val="tx1"/>
        </a:solidFill>
        <a:latin typeface="+mn-lt"/>
        <a:ea typeface="+mn-ea"/>
        <a:cs typeface="+mn-cs"/>
      </a:defRPr>
    </a:lvl4pPr>
    <a:lvl5pPr marL="2085746" algn="l" defTabSz="521437" rtl="0" eaLnBrk="1" latinLnBrk="0" hangingPunct="1">
      <a:defRPr sz="2053" kern="1200">
        <a:solidFill>
          <a:schemeClr val="tx1"/>
        </a:solidFill>
        <a:latin typeface="+mn-lt"/>
        <a:ea typeface="+mn-ea"/>
        <a:cs typeface="+mn-cs"/>
      </a:defRPr>
    </a:lvl5pPr>
    <a:lvl6pPr marL="2607183" algn="l" defTabSz="521437" rtl="0" eaLnBrk="1" latinLnBrk="0" hangingPunct="1">
      <a:defRPr sz="2053" kern="1200">
        <a:solidFill>
          <a:schemeClr val="tx1"/>
        </a:solidFill>
        <a:latin typeface="+mn-lt"/>
        <a:ea typeface="+mn-ea"/>
        <a:cs typeface="+mn-cs"/>
      </a:defRPr>
    </a:lvl6pPr>
    <a:lvl7pPr marL="3128620" algn="l" defTabSz="521437" rtl="0" eaLnBrk="1" latinLnBrk="0" hangingPunct="1">
      <a:defRPr sz="2053" kern="1200">
        <a:solidFill>
          <a:schemeClr val="tx1"/>
        </a:solidFill>
        <a:latin typeface="+mn-lt"/>
        <a:ea typeface="+mn-ea"/>
        <a:cs typeface="+mn-cs"/>
      </a:defRPr>
    </a:lvl7pPr>
    <a:lvl8pPr marL="3650056" algn="l" defTabSz="521437" rtl="0" eaLnBrk="1" latinLnBrk="0" hangingPunct="1">
      <a:defRPr sz="2053" kern="1200">
        <a:solidFill>
          <a:schemeClr val="tx1"/>
        </a:solidFill>
        <a:latin typeface="+mn-lt"/>
        <a:ea typeface="+mn-ea"/>
        <a:cs typeface="+mn-cs"/>
      </a:defRPr>
    </a:lvl8pPr>
    <a:lvl9pPr marL="4171493" algn="l" defTabSz="521437"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398" userDrawn="1">
          <p15:clr>
            <a:srgbClr val="A4A3A4"/>
          </p15:clr>
        </p15:guide>
        <p15:guide id="2" pos="291" userDrawn="1">
          <p15:clr>
            <a:srgbClr val="A4A3A4"/>
          </p15:clr>
        </p15:guide>
        <p15:guide id="3" pos="4471" userDrawn="1">
          <p15:clr>
            <a:srgbClr val="A4A3A4"/>
          </p15:clr>
        </p15:guide>
        <p15:guide id="4" orient="horz" pos="561" userDrawn="1">
          <p15:clr>
            <a:srgbClr val="A4A3A4"/>
          </p15:clr>
        </p15:guide>
        <p15:guide id="5" pos="243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ABE2"/>
    <a:srgbClr val="5E429C"/>
    <a:srgbClr val="4E3781"/>
    <a:srgbClr val="7233FF"/>
    <a:srgbClr val="726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3CC387-523D-47A4-A762-44CCD2130573}" v="28" dt="2026-01-15T12:25:38.2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42" autoAdjust="0"/>
    <p:restoredTop sz="95223" autoAdjust="0"/>
  </p:normalViewPr>
  <p:slideViewPr>
    <p:cSldViewPr snapToGrid="0" snapToObjects="1" showGuides="1">
      <p:cViewPr>
        <p:scale>
          <a:sx n="200" d="100"/>
          <a:sy n="200" d="100"/>
        </p:scale>
        <p:origin x="390" y="-8778"/>
      </p:cViewPr>
      <p:guideLst>
        <p:guide orient="horz" pos="6398"/>
        <p:guide pos="291"/>
        <p:guide pos="4471"/>
        <p:guide orient="horz" pos="561"/>
        <p:guide pos="2434"/>
      </p:guideLst>
    </p:cSldViewPr>
  </p:slideViewPr>
  <p:notesTextViewPr>
    <p:cViewPr>
      <p:scale>
        <a:sx n="1" d="1"/>
        <a:sy n="1" d="1"/>
      </p:scale>
      <p:origin x="0" y="0"/>
    </p:cViewPr>
  </p:notesTextViewPr>
  <p:notesViewPr>
    <p:cSldViewPr snapToGrid="0" snapToObjects="1" showGuides="1">
      <p:cViewPr varScale="1">
        <p:scale>
          <a:sx n="65" d="100"/>
          <a:sy n="65" d="100"/>
        </p:scale>
        <p:origin x="3082"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microsoft.com/office/2018/10/relationships/authors" Target="author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handoutMaster" Target="handoutMasters/handout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on Baasov" userId="675f8575db202d33" providerId="LiveId" clId="{6535A8C2-D6D1-40A6-B57B-6CAB1510FB70}"/>
    <pc:docChg chg="undo custSel modSld">
      <pc:chgData name="Inon Baasov" userId="675f8575db202d33" providerId="LiveId" clId="{6535A8C2-D6D1-40A6-B57B-6CAB1510FB70}" dt="2026-01-15T14:41:58.496" v="660" actId="113"/>
      <pc:docMkLst>
        <pc:docMk/>
      </pc:docMkLst>
      <pc:sldChg chg="addSp modSp mod">
        <pc:chgData name="Inon Baasov" userId="675f8575db202d33" providerId="LiveId" clId="{6535A8C2-D6D1-40A6-B57B-6CAB1510FB70}" dt="2026-01-15T14:41:58.496" v="660" actId="113"/>
        <pc:sldMkLst>
          <pc:docMk/>
          <pc:sldMk cId="1945325877" sldId="260"/>
        </pc:sldMkLst>
        <pc:spChg chg="mod">
          <ac:chgData name="Inon Baasov" userId="675f8575db202d33" providerId="LiveId" clId="{6535A8C2-D6D1-40A6-B57B-6CAB1510FB70}" dt="2026-01-15T11:50:52.635" v="167" actId="1037"/>
          <ac:spMkLst>
            <pc:docMk/>
            <pc:sldMk cId="1945325877" sldId="260"/>
            <ac:spMk id="4" creationId="{A14E25B9-74B7-1D86-F100-61C9666B8B8B}"/>
          </ac:spMkLst>
        </pc:spChg>
        <pc:spChg chg="mod">
          <ac:chgData name="Inon Baasov" userId="675f8575db202d33" providerId="LiveId" clId="{6535A8C2-D6D1-40A6-B57B-6CAB1510FB70}" dt="2026-01-15T11:51:31.269" v="169"/>
          <ac:spMkLst>
            <pc:docMk/>
            <pc:sldMk cId="1945325877" sldId="260"/>
            <ac:spMk id="5" creationId="{CD85A639-1B8A-878B-04BB-3EE82339007A}"/>
          </ac:spMkLst>
        </pc:spChg>
        <pc:spChg chg="mod">
          <ac:chgData name="Inon Baasov" userId="675f8575db202d33" providerId="LiveId" clId="{6535A8C2-D6D1-40A6-B57B-6CAB1510FB70}" dt="2026-01-15T12:12:46.535" v="322" actId="14100"/>
          <ac:spMkLst>
            <pc:docMk/>
            <pc:sldMk cId="1945325877" sldId="260"/>
            <ac:spMk id="7" creationId="{C74AC998-3F7B-596D-682D-63841FD8BC26}"/>
          </ac:spMkLst>
        </pc:spChg>
        <pc:spChg chg="mod">
          <ac:chgData name="Inon Baasov" userId="675f8575db202d33" providerId="LiveId" clId="{6535A8C2-D6D1-40A6-B57B-6CAB1510FB70}" dt="2026-01-15T12:25:47.677" v="646" actId="1035"/>
          <ac:spMkLst>
            <pc:docMk/>
            <pc:sldMk cId="1945325877" sldId="260"/>
            <ac:spMk id="9" creationId="{6871FAD5-DAC9-2E88-43EE-71DE2313B5BC}"/>
          </ac:spMkLst>
        </pc:spChg>
        <pc:spChg chg="mod">
          <ac:chgData name="Inon Baasov" userId="675f8575db202d33" providerId="LiveId" clId="{6535A8C2-D6D1-40A6-B57B-6CAB1510FB70}" dt="2026-01-15T12:25:47.677" v="646" actId="1035"/>
          <ac:spMkLst>
            <pc:docMk/>
            <pc:sldMk cId="1945325877" sldId="260"/>
            <ac:spMk id="10" creationId="{BA499EBC-730C-6472-42B1-4FBCAD1BA552}"/>
          </ac:spMkLst>
        </pc:spChg>
        <pc:spChg chg="mod">
          <ac:chgData name="Inon Baasov" userId="675f8575db202d33" providerId="LiveId" clId="{6535A8C2-D6D1-40A6-B57B-6CAB1510FB70}" dt="2026-01-15T12:21:54.150" v="614" actId="113"/>
          <ac:spMkLst>
            <pc:docMk/>
            <pc:sldMk cId="1945325877" sldId="260"/>
            <ac:spMk id="11" creationId="{D6C75DF8-197B-BFD3-34D2-297D5EA3D213}"/>
          </ac:spMkLst>
        </pc:spChg>
        <pc:spChg chg="add mod">
          <ac:chgData name="Inon Baasov" userId="675f8575db202d33" providerId="LiveId" clId="{6535A8C2-D6D1-40A6-B57B-6CAB1510FB70}" dt="2026-01-15T12:25:17.867" v="634" actId="164"/>
          <ac:spMkLst>
            <pc:docMk/>
            <pc:sldMk cId="1945325877" sldId="260"/>
            <ac:spMk id="13" creationId="{D7A61062-88AB-991A-E1C7-AC59E76603A3}"/>
          </ac:spMkLst>
        </pc:spChg>
        <pc:spChg chg="add">
          <ac:chgData name="Inon Baasov" userId="675f8575db202d33" providerId="LiveId" clId="{6535A8C2-D6D1-40A6-B57B-6CAB1510FB70}" dt="2026-01-15T12:10:14.797" v="299"/>
          <ac:spMkLst>
            <pc:docMk/>
            <pc:sldMk cId="1945325877" sldId="260"/>
            <ac:spMk id="14" creationId="{2BF06D2C-2776-CFF2-85EE-A2CBBA9F6EB9}"/>
          </ac:spMkLst>
        </pc:spChg>
        <pc:spChg chg="add">
          <ac:chgData name="Inon Baasov" userId="675f8575db202d33" providerId="LiveId" clId="{6535A8C2-D6D1-40A6-B57B-6CAB1510FB70}" dt="2026-01-15T12:10:22.816" v="300"/>
          <ac:spMkLst>
            <pc:docMk/>
            <pc:sldMk cId="1945325877" sldId="260"/>
            <ac:spMk id="15" creationId="{14EFF615-9BEF-5EE2-AF20-AC72DB8D1A17}"/>
          </ac:spMkLst>
        </pc:spChg>
        <pc:spChg chg="add">
          <ac:chgData name="Inon Baasov" userId="675f8575db202d33" providerId="LiveId" clId="{6535A8C2-D6D1-40A6-B57B-6CAB1510FB70}" dt="2026-01-15T12:10:42.735" v="301"/>
          <ac:spMkLst>
            <pc:docMk/>
            <pc:sldMk cId="1945325877" sldId="260"/>
            <ac:spMk id="16" creationId="{1D8E68C6-A8ED-9156-40D7-2A0CB69C9B02}"/>
          </ac:spMkLst>
        </pc:spChg>
        <pc:spChg chg="add mod">
          <ac:chgData name="Inon Baasov" userId="675f8575db202d33" providerId="LiveId" clId="{6535A8C2-D6D1-40A6-B57B-6CAB1510FB70}" dt="2026-01-15T12:25:47.677" v="646" actId="1035"/>
          <ac:spMkLst>
            <pc:docMk/>
            <pc:sldMk cId="1945325877" sldId="260"/>
            <ac:spMk id="18" creationId="{842ACF48-7446-A31B-CA96-F0E10E33C668}"/>
          </ac:spMkLst>
        </pc:spChg>
        <pc:spChg chg="add mod">
          <ac:chgData name="Inon Baasov" userId="675f8575db202d33" providerId="LiveId" clId="{6535A8C2-D6D1-40A6-B57B-6CAB1510FB70}" dt="2026-01-15T12:26:15.062" v="657" actId="2711"/>
          <ac:spMkLst>
            <pc:docMk/>
            <pc:sldMk cId="1945325877" sldId="260"/>
            <ac:spMk id="19" creationId="{4FE13FAD-7EA0-AA62-3CBF-FD3DF01448AE}"/>
          </ac:spMkLst>
        </pc:spChg>
        <pc:spChg chg="mod">
          <ac:chgData name="Inon Baasov" userId="675f8575db202d33" providerId="LiveId" clId="{6535A8C2-D6D1-40A6-B57B-6CAB1510FB70}" dt="2026-01-15T12:21:49.067" v="613" actId="113"/>
          <ac:spMkLst>
            <pc:docMk/>
            <pc:sldMk cId="1945325877" sldId="260"/>
            <ac:spMk id="154" creationId="{7B120799-BCC3-8E46-2EA5-CFAE368C1FC7}"/>
          </ac:spMkLst>
        </pc:spChg>
        <pc:spChg chg="mod">
          <ac:chgData name="Inon Baasov" userId="675f8575db202d33" providerId="LiveId" clId="{6535A8C2-D6D1-40A6-B57B-6CAB1510FB70}" dt="2026-01-15T14:41:58.496" v="660" actId="113"/>
          <ac:spMkLst>
            <pc:docMk/>
            <pc:sldMk cId="1945325877" sldId="260"/>
            <ac:spMk id="174" creationId="{67D1E309-1ED9-E676-89A4-61C198105A97}"/>
          </ac:spMkLst>
        </pc:spChg>
        <pc:spChg chg="mod">
          <ac:chgData name="Inon Baasov" userId="675f8575db202d33" providerId="LiveId" clId="{6535A8C2-D6D1-40A6-B57B-6CAB1510FB70}" dt="2026-01-15T12:07:12.609" v="212"/>
          <ac:spMkLst>
            <pc:docMk/>
            <pc:sldMk cId="1945325877" sldId="260"/>
            <ac:spMk id="242" creationId="{736313EA-3C2D-C5A9-2ED3-22681A16B477}"/>
          </ac:spMkLst>
        </pc:spChg>
        <pc:grpChg chg="mod">
          <ac:chgData name="Inon Baasov" userId="675f8575db202d33" providerId="LiveId" clId="{6535A8C2-D6D1-40A6-B57B-6CAB1510FB70}" dt="2026-01-15T12:25:17.867" v="634" actId="164"/>
          <ac:grpSpMkLst>
            <pc:docMk/>
            <pc:sldMk cId="1945325877" sldId="260"/>
            <ac:grpSpMk id="2" creationId="{E8F3DD04-3596-890A-0289-4F6EC51FBB48}"/>
          </ac:grpSpMkLst>
        </pc:grpChg>
        <pc:grpChg chg="mod">
          <ac:chgData name="Inon Baasov" userId="675f8575db202d33" providerId="LiveId" clId="{6535A8C2-D6D1-40A6-B57B-6CAB1510FB70}" dt="2026-01-15T12:07:12.609" v="212"/>
          <ac:grpSpMkLst>
            <pc:docMk/>
            <pc:sldMk cId="1945325877" sldId="260"/>
            <ac:grpSpMk id="6" creationId="{D943FD8F-B645-F5DD-0443-9670451D8FB5}"/>
          </ac:grpSpMkLst>
        </pc:grpChg>
        <pc:grpChg chg="mod">
          <ac:chgData name="Inon Baasov" userId="675f8575db202d33" providerId="LiveId" clId="{6535A8C2-D6D1-40A6-B57B-6CAB1510FB70}" dt="2026-01-15T12:25:03.142" v="633" actId="164"/>
          <ac:grpSpMkLst>
            <pc:docMk/>
            <pc:sldMk cId="1945325877" sldId="260"/>
            <ac:grpSpMk id="8" creationId="{0706554B-DAEA-F04A-7818-F1555F0613DF}"/>
          </ac:grpSpMkLst>
        </pc:grpChg>
        <pc:grpChg chg="mod">
          <ac:chgData name="Inon Baasov" userId="675f8575db202d33" providerId="LiveId" clId="{6535A8C2-D6D1-40A6-B57B-6CAB1510FB70}" dt="2026-01-15T12:07:12.609" v="212"/>
          <ac:grpSpMkLst>
            <pc:docMk/>
            <pc:sldMk cId="1945325877" sldId="260"/>
            <ac:grpSpMk id="12" creationId="{CA96F9C5-B4EE-2CE6-5E39-6D2B06DDBAA4}"/>
          </ac:grpSpMkLst>
        </pc:grpChg>
        <pc:grpChg chg="add mod">
          <ac:chgData name="Inon Baasov" userId="675f8575db202d33" providerId="LiveId" clId="{6535A8C2-D6D1-40A6-B57B-6CAB1510FB70}" dt="2026-01-15T12:25:38.254" v="635" actId="164"/>
          <ac:grpSpMkLst>
            <pc:docMk/>
            <pc:sldMk cId="1945325877" sldId="260"/>
            <ac:grpSpMk id="20" creationId="{230F4EEB-C689-B514-04B2-A13D7D648B32}"/>
          </ac:grpSpMkLst>
        </pc:grpChg>
        <pc:grpChg chg="add mod">
          <ac:chgData name="Inon Baasov" userId="675f8575db202d33" providerId="LiveId" clId="{6535A8C2-D6D1-40A6-B57B-6CAB1510FB70}" dt="2026-01-15T12:25:17.867" v="634" actId="164"/>
          <ac:grpSpMkLst>
            <pc:docMk/>
            <pc:sldMk cId="1945325877" sldId="260"/>
            <ac:grpSpMk id="21" creationId="{9170F0FB-4809-F6CB-EC0A-A2A7F57E19A6}"/>
          </ac:grpSpMkLst>
        </pc:grpChg>
        <pc:grpChg chg="add mod">
          <ac:chgData name="Inon Baasov" userId="675f8575db202d33" providerId="LiveId" clId="{6535A8C2-D6D1-40A6-B57B-6CAB1510FB70}" dt="2026-01-15T12:25:38.254" v="635" actId="164"/>
          <ac:grpSpMkLst>
            <pc:docMk/>
            <pc:sldMk cId="1945325877" sldId="260"/>
            <ac:grpSpMk id="22" creationId="{587478D1-9B71-F4A7-2DE0-DC1E6EB2A12E}"/>
          </ac:grpSpMkLst>
        </pc:grpChg>
        <pc:grpChg chg="mod">
          <ac:chgData name="Inon Baasov" userId="675f8575db202d33" providerId="LiveId" clId="{6535A8C2-D6D1-40A6-B57B-6CAB1510FB70}" dt="2026-01-15T12:25:58.743" v="656" actId="1035"/>
          <ac:grpSpMkLst>
            <pc:docMk/>
            <pc:sldMk cId="1945325877" sldId="260"/>
            <ac:grpSpMk id="236" creationId="{BA846034-E5B0-1F9D-ABEB-DA7831B54ABD}"/>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BD6D3A-6FF1-3245-8C0C-0CDAD9137D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441029F-5AC1-4540-B209-199E706F7F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3396E7-87BF-864A-BE04-A221C272D6E1}" type="datetimeFigureOut">
              <a:rPr lang="en-US" smtClean="0"/>
              <a:t>1/15/2026</a:t>
            </a:fld>
            <a:endParaRPr lang="en-US" dirty="0"/>
          </a:p>
        </p:txBody>
      </p:sp>
      <p:sp>
        <p:nvSpPr>
          <p:cNvPr id="4" name="Footer Placeholder 3">
            <a:extLst>
              <a:ext uri="{FF2B5EF4-FFF2-40B4-BE49-F238E27FC236}">
                <a16:creationId xmlns:a16="http://schemas.microsoft.com/office/drawing/2014/main" id="{9324ECBB-A41A-8545-BE90-99EEEFFE58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D882C71-B8E6-9B4A-85BE-BA104C2C46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C17898-3A10-CF44-A552-3280948685A7}" type="slidenum">
              <a:rPr lang="en-US" smtClean="0"/>
              <a:t>‹#›</a:t>
            </a:fld>
            <a:endParaRPr lang="en-US" dirty="0"/>
          </a:p>
        </p:txBody>
      </p:sp>
    </p:spTree>
    <p:extLst>
      <p:ext uri="{BB962C8B-B14F-4D97-AF65-F5344CB8AC3E}">
        <p14:creationId xmlns:p14="http://schemas.microsoft.com/office/powerpoint/2010/main" val="40082521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BDC7F0-27B3-48E7-9288-964E7EEDAEE4}" type="datetimeFigureOut">
              <a:rPr lang="en-US" smtClean="0"/>
              <a:t>1/15/2026</a:t>
            </a:fld>
            <a:endParaRPr lang="en-US" dirty="0"/>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E8996-8344-4FE8-B696-CB62494C532E}" type="slidenum">
              <a:rPr lang="en-US" smtClean="0"/>
              <a:t>‹#›</a:t>
            </a:fld>
            <a:endParaRPr lang="en-US" dirty="0"/>
          </a:p>
        </p:txBody>
      </p:sp>
    </p:spTree>
    <p:extLst>
      <p:ext uri="{BB962C8B-B14F-4D97-AF65-F5344CB8AC3E}">
        <p14:creationId xmlns:p14="http://schemas.microsoft.com/office/powerpoint/2010/main" val="1031590427"/>
      </p:ext>
    </p:extLst>
  </p:cSld>
  <p:clrMap bg1="lt1" tx1="dk1" bg2="lt2" tx2="dk2" accent1="accent1" accent2="accent2" accent3="accent3" accent4="accent4" accent5="accent5" accent6="accent6" hlink="hlink" folHlink="folHlink"/>
  <p:notesStyle>
    <a:lvl1pPr marL="0" algn="l" defTabSz="1042873" rtl="0" eaLnBrk="1" latinLnBrk="0" hangingPunct="1">
      <a:defRPr sz="1369" kern="1200">
        <a:solidFill>
          <a:schemeClr val="tx1"/>
        </a:solidFill>
        <a:latin typeface="+mn-lt"/>
        <a:ea typeface="+mn-ea"/>
        <a:cs typeface="+mn-cs"/>
      </a:defRPr>
    </a:lvl1pPr>
    <a:lvl2pPr marL="521437" algn="l" defTabSz="1042873" rtl="0" eaLnBrk="1" latinLnBrk="0" hangingPunct="1">
      <a:defRPr sz="1369" kern="1200">
        <a:solidFill>
          <a:schemeClr val="tx1"/>
        </a:solidFill>
        <a:latin typeface="+mn-lt"/>
        <a:ea typeface="+mn-ea"/>
        <a:cs typeface="+mn-cs"/>
      </a:defRPr>
    </a:lvl2pPr>
    <a:lvl3pPr marL="1042873" algn="l" defTabSz="1042873" rtl="0" eaLnBrk="1" latinLnBrk="0" hangingPunct="1">
      <a:defRPr sz="1369" kern="1200">
        <a:solidFill>
          <a:schemeClr val="tx1"/>
        </a:solidFill>
        <a:latin typeface="+mn-lt"/>
        <a:ea typeface="+mn-ea"/>
        <a:cs typeface="+mn-cs"/>
      </a:defRPr>
    </a:lvl3pPr>
    <a:lvl4pPr marL="1564310" algn="l" defTabSz="1042873" rtl="0" eaLnBrk="1" latinLnBrk="0" hangingPunct="1">
      <a:defRPr sz="1369" kern="1200">
        <a:solidFill>
          <a:schemeClr val="tx1"/>
        </a:solidFill>
        <a:latin typeface="+mn-lt"/>
        <a:ea typeface="+mn-ea"/>
        <a:cs typeface="+mn-cs"/>
      </a:defRPr>
    </a:lvl4pPr>
    <a:lvl5pPr marL="2085746" algn="l" defTabSz="1042873" rtl="0" eaLnBrk="1" latinLnBrk="0" hangingPunct="1">
      <a:defRPr sz="1369" kern="1200">
        <a:solidFill>
          <a:schemeClr val="tx1"/>
        </a:solidFill>
        <a:latin typeface="+mn-lt"/>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3628FB-09C0-9218-8AD8-484522160E06}"/>
              </a:ext>
              <a:ext uri="{C183D7F6-B498-43B3-948B-1728B52AA6E4}">
                <adec:decorative xmlns:adec="http://schemas.microsoft.com/office/drawing/2017/decorative" val="1"/>
              </a:ext>
            </a:extLst>
          </p:cNvPr>
          <p:cNvSpPr/>
          <p:nvPr userDrawn="1"/>
        </p:nvSpPr>
        <p:spPr>
          <a:xfrm>
            <a:off x="0" y="0"/>
            <a:ext cx="3427053" cy="10691813"/>
          </a:xfrm>
          <a:prstGeom prst="rect">
            <a:avLst/>
          </a:prstGeom>
          <a:solidFill>
            <a:schemeClr val="accent5">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53" dirty="0"/>
          </a:p>
        </p:txBody>
      </p:sp>
      <p:sp>
        <p:nvSpPr>
          <p:cNvPr id="6" name="Title 5">
            <a:extLst>
              <a:ext uri="{FF2B5EF4-FFF2-40B4-BE49-F238E27FC236}">
                <a16:creationId xmlns:a16="http://schemas.microsoft.com/office/drawing/2014/main" id="{DFB405A6-4054-4F5B-DFE8-CC8F1C8A40F0}"/>
              </a:ext>
            </a:extLst>
          </p:cNvPr>
          <p:cNvSpPr>
            <a:spLocks noGrp="1"/>
          </p:cNvSpPr>
          <p:nvPr>
            <p:ph type="title" hasCustomPrompt="1"/>
          </p:nvPr>
        </p:nvSpPr>
        <p:spPr>
          <a:xfrm>
            <a:off x="403427" y="391048"/>
            <a:ext cx="2808595" cy="2066589"/>
          </a:xfrm>
        </p:spPr>
        <p:txBody>
          <a:bodyPr>
            <a:normAutofit/>
          </a:bodyPr>
          <a:lstStyle>
            <a:lvl1pPr>
              <a:defRPr sz="4000" b="1">
                <a:solidFill>
                  <a:schemeClr val="accent5"/>
                </a:solidFill>
              </a:defRPr>
            </a:lvl1pPr>
          </a:lstStyle>
          <a:p>
            <a:r>
              <a:rPr lang="en-US" dirty="0"/>
              <a:t>Add Title</a:t>
            </a:r>
          </a:p>
        </p:txBody>
      </p:sp>
      <p:sp>
        <p:nvSpPr>
          <p:cNvPr id="15" name="Subtitle 1">
            <a:extLst>
              <a:ext uri="{FF2B5EF4-FFF2-40B4-BE49-F238E27FC236}">
                <a16:creationId xmlns:a16="http://schemas.microsoft.com/office/drawing/2014/main" id="{B5BBB822-3F61-8847-9FE1-AC2152B707DA}"/>
              </a:ext>
            </a:extLst>
          </p:cNvPr>
          <p:cNvSpPr>
            <a:spLocks noGrp="1"/>
          </p:cNvSpPr>
          <p:nvPr>
            <p:ph type="body" sz="quarter" idx="11" hasCustomPrompt="1"/>
          </p:nvPr>
        </p:nvSpPr>
        <p:spPr>
          <a:xfrm>
            <a:off x="403427" y="2526988"/>
            <a:ext cx="2486644" cy="478904"/>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8" name="Picture Placeholder 7">
            <a:extLst>
              <a:ext uri="{FF2B5EF4-FFF2-40B4-BE49-F238E27FC236}">
                <a16:creationId xmlns:a16="http://schemas.microsoft.com/office/drawing/2014/main" id="{4BB9DCF0-3C53-572B-BEDB-E6FF6DAEEE8C}"/>
              </a:ext>
            </a:extLst>
          </p:cNvPr>
          <p:cNvSpPr>
            <a:spLocks noGrp="1"/>
          </p:cNvSpPr>
          <p:nvPr>
            <p:ph type="pic" sz="quarter" idx="42"/>
          </p:nvPr>
        </p:nvSpPr>
        <p:spPr>
          <a:xfrm>
            <a:off x="433914" y="2963717"/>
            <a:ext cx="221750" cy="235220"/>
          </a:xfrm>
        </p:spPr>
        <p:txBody>
          <a:bodyPr lIns="0" tIns="0" rIns="0" bIns="0" anchor="ctr">
            <a:noAutofit/>
          </a:bodyPr>
          <a:lstStyle>
            <a:lvl1pPr marL="0" indent="0" algn="ctr">
              <a:buNone/>
              <a:defRPr sz="400"/>
            </a:lvl1pPr>
          </a:lstStyle>
          <a:p>
            <a:r>
              <a:rPr lang="en-US"/>
              <a:t>Click icon to add picture</a:t>
            </a:r>
            <a:endParaRPr lang="en-US" dirty="0"/>
          </a:p>
        </p:txBody>
      </p:sp>
      <p:sp>
        <p:nvSpPr>
          <p:cNvPr id="50" name="Text Placeholder 1">
            <a:extLst>
              <a:ext uri="{FF2B5EF4-FFF2-40B4-BE49-F238E27FC236}">
                <a16:creationId xmlns:a16="http://schemas.microsoft.com/office/drawing/2014/main" id="{848FBFDE-1CD7-2BB9-4D11-81BF1341E121}"/>
              </a:ext>
            </a:extLst>
          </p:cNvPr>
          <p:cNvSpPr>
            <a:spLocks noGrp="1"/>
          </p:cNvSpPr>
          <p:nvPr>
            <p:ph type="body" sz="quarter" idx="39" hasCustomPrompt="1"/>
          </p:nvPr>
        </p:nvSpPr>
        <p:spPr>
          <a:xfrm>
            <a:off x="670872" y="2960529"/>
            <a:ext cx="2486644" cy="242863"/>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9" name="Picture Placeholder 7">
            <a:extLst>
              <a:ext uri="{FF2B5EF4-FFF2-40B4-BE49-F238E27FC236}">
                <a16:creationId xmlns:a16="http://schemas.microsoft.com/office/drawing/2014/main" id="{5D02C291-F6CF-ACA7-A85C-5A6C8466216E}"/>
              </a:ext>
            </a:extLst>
          </p:cNvPr>
          <p:cNvSpPr>
            <a:spLocks noGrp="1"/>
          </p:cNvSpPr>
          <p:nvPr>
            <p:ph type="pic" sz="quarter" idx="43"/>
          </p:nvPr>
        </p:nvSpPr>
        <p:spPr>
          <a:xfrm>
            <a:off x="433914" y="3254448"/>
            <a:ext cx="221750" cy="235220"/>
          </a:xfrm>
        </p:spPr>
        <p:txBody>
          <a:bodyPr lIns="0" tIns="0" rIns="0" bIns="0" anchor="ctr">
            <a:noAutofit/>
          </a:bodyPr>
          <a:lstStyle>
            <a:lvl1pPr marL="0" indent="0" algn="ctr">
              <a:buNone/>
              <a:defRPr sz="400"/>
            </a:lvl1pPr>
          </a:lstStyle>
          <a:p>
            <a:r>
              <a:rPr lang="en-US"/>
              <a:t>Click icon to add picture</a:t>
            </a:r>
            <a:endParaRPr lang="en-US" dirty="0"/>
          </a:p>
        </p:txBody>
      </p:sp>
      <p:sp>
        <p:nvSpPr>
          <p:cNvPr id="51" name="Text Placeholder 2">
            <a:extLst>
              <a:ext uri="{FF2B5EF4-FFF2-40B4-BE49-F238E27FC236}">
                <a16:creationId xmlns:a16="http://schemas.microsoft.com/office/drawing/2014/main" id="{A07DDA14-3480-A3E9-1F0C-6BFCC39A012D}"/>
              </a:ext>
            </a:extLst>
          </p:cNvPr>
          <p:cNvSpPr>
            <a:spLocks noGrp="1"/>
          </p:cNvSpPr>
          <p:nvPr>
            <p:ph type="body" sz="quarter" idx="40" hasCustomPrompt="1"/>
          </p:nvPr>
        </p:nvSpPr>
        <p:spPr>
          <a:xfrm>
            <a:off x="670872" y="3253434"/>
            <a:ext cx="2486644" cy="242863"/>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0" name="Picture Placeholder 7">
            <a:extLst>
              <a:ext uri="{FF2B5EF4-FFF2-40B4-BE49-F238E27FC236}">
                <a16:creationId xmlns:a16="http://schemas.microsoft.com/office/drawing/2014/main" id="{738550BD-6F22-25CD-EC94-B9BAA332E79B}"/>
              </a:ext>
            </a:extLst>
          </p:cNvPr>
          <p:cNvSpPr>
            <a:spLocks noGrp="1"/>
          </p:cNvSpPr>
          <p:nvPr>
            <p:ph type="pic" sz="quarter" idx="44"/>
          </p:nvPr>
        </p:nvSpPr>
        <p:spPr>
          <a:xfrm>
            <a:off x="433914" y="3558544"/>
            <a:ext cx="221750" cy="235220"/>
          </a:xfrm>
        </p:spPr>
        <p:txBody>
          <a:bodyPr lIns="0" tIns="0" rIns="0" bIns="0" anchor="ctr">
            <a:noAutofit/>
          </a:bodyPr>
          <a:lstStyle>
            <a:lvl1pPr marL="0" indent="0" algn="ctr">
              <a:buNone/>
              <a:defRPr sz="400"/>
            </a:lvl1pPr>
          </a:lstStyle>
          <a:p>
            <a:r>
              <a:rPr lang="en-US"/>
              <a:t>Click icon to add picture</a:t>
            </a:r>
            <a:endParaRPr lang="en-US" dirty="0"/>
          </a:p>
        </p:txBody>
      </p:sp>
      <p:sp>
        <p:nvSpPr>
          <p:cNvPr id="52" name="Text Placeholder 3">
            <a:extLst>
              <a:ext uri="{FF2B5EF4-FFF2-40B4-BE49-F238E27FC236}">
                <a16:creationId xmlns:a16="http://schemas.microsoft.com/office/drawing/2014/main" id="{DD77BF0B-2F4E-26FF-6061-CE3BA6AE8AEB}"/>
              </a:ext>
            </a:extLst>
          </p:cNvPr>
          <p:cNvSpPr>
            <a:spLocks noGrp="1"/>
          </p:cNvSpPr>
          <p:nvPr>
            <p:ph type="body" sz="quarter" idx="41" hasCustomPrompt="1"/>
          </p:nvPr>
        </p:nvSpPr>
        <p:spPr>
          <a:xfrm>
            <a:off x="670872" y="3553649"/>
            <a:ext cx="2486644" cy="242863"/>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6" name="Subtitle 2">
            <a:extLst>
              <a:ext uri="{FF2B5EF4-FFF2-40B4-BE49-F238E27FC236}">
                <a16:creationId xmlns:a16="http://schemas.microsoft.com/office/drawing/2014/main" id="{DD302E13-9436-7180-A8BD-EA7BB15859AF}"/>
              </a:ext>
            </a:extLst>
          </p:cNvPr>
          <p:cNvSpPr>
            <a:spLocks noGrp="1"/>
          </p:cNvSpPr>
          <p:nvPr>
            <p:ph type="body" sz="quarter" idx="12" hasCustomPrompt="1"/>
          </p:nvPr>
        </p:nvSpPr>
        <p:spPr>
          <a:xfrm>
            <a:off x="403427" y="4158175"/>
            <a:ext cx="2486644" cy="478904"/>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48" name="Text Placeholder 4">
            <a:extLst>
              <a:ext uri="{FF2B5EF4-FFF2-40B4-BE49-F238E27FC236}">
                <a16:creationId xmlns:a16="http://schemas.microsoft.com/office/drawing/2014/main" id="{1F5ACFB8-6727-BA0B-8F16-5BD074AF8671}"/>
              </a:ext>
            </a:extLst>
          </p:cNvPr>
          <p:cNvSpPr>
            <a:spLocks noGrp="1"/>
          </p:cNvSpPr>
          <p:nvPr>
            <p:ph type="body" sz="quarter" idx="37" hasCustomPrompt="1"/>
          </p:nvPr>
        </p:nvSpPr>
        <p:spPr>
          <a:xfrm>
            <a:off x="381978" y="4612322"/>
            <a:ext cx="2486644" cy="242863"/>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49" name="Text Placeholder 5">
            <a:extLst>
              <a:ext uri="{FF2B5EF4-FFF2-40B4-BE49-F238E27FC236}">
                <a16:creationId xmlns:a16="http://schemas.microsoft.com/office/drawing/2014/main" id="{5537FE34-0820-E912-112A-604D2E8B6F70}"/>
              </a:ext>
            </a:extLst>
          </p:cNvPr>
          <p:cNvSpPr>
            <a:spLocks noGrp="1"/>
          </p:cNvSpPr>
          <p:nvPr>
            <p:ph type="body" sz="quarter" idx="38" hasCustomPrompt="1"/>
          </p:nvPr>
        </p:nvSpPr>
        <p:spPr>
          <a:xfrm>
            <a:off x="383785" y="4834106"/>
            <a:ext cx="2486644" cy="659880"/>
          </a:xfrm>
        </p:spPr>
        <p:txBody>
          <a:bodyPr>
            <a:noAutofit/>
          </a:bodyPr>
          <a:lstStyle>
            <a:lvl1pPr marL="0" indent="0">
              <a:lnSpc>
                <a:spcPts val="1500"/>
              </a:lnSpc>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7" name="Subtitle 3">
            <a:extLst>
              <a:ext uri="{FF2B5EF4-FFF2-40B4-BE49-F238E27FC236}">
                <a16:creationId xmlns:a16="http://schemas.microsoft.com/office/drawing/2014/main" id="{87ABDC44-9CB6-639F-8113-C39B4DC57051}"/>
              </a:ext>
            </a:extLst>
          </p:cNvPr>
          <p:cNvSpPr>
            <a:spLocks noGrp="1"/>
          </p:cNvSpPr>
          <p:nvPr>
            <p:ph type="body" sz="quarter" idx="13" hasCustomPrompt="1"/>
          </p:nvPr>
        </p:nvSpPr>
        <p:spPr>
          <a:xfrm>
            <a:off x="390505" y="5675743"/>
            <a:ext cx="2486644" cy="478904"/>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54" name="Text Placeholder 7">
            <a:extLst>
              <a:ext uri="{FF2B5EF4-FFF2-40B4-BE49-F238E27FC236}">
                <a16:creationId xmlns:a16="http://schemas.microsoft.com/office/drawing/2014/main" id="{25B77BB7-8B1E-B710-335A-667CFA293FA8}"/>
              </a:ext>
            </a:extLst>
          </p:cNvPr>
          <p:cNvSpPr>
            <a:spLocks noGrp="1"/>
          </p:cNvSpPr>
          <p:nvPr userDrawn="1">
            <p:ph type="body" sz="quarter" idx="45" hasCustomPrompt="1"/>
          </p:nvPr>
        </p:nvSpPr>
        <p:spPr>
          <a:xfrm>
            <a:off x="481142" y="6182131"/>
            <a:ext cx="2015913" cy="74843"/>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55" name="Text Placeholder 7">
            <a:extLst>
              <a:ext uri="{FF2B5EF4-FFF2-40B4-BE49-F238E27FC236}">
                <a16:creationId xmlns:a16="http://schemas.microsoft.com/office/drawing/2014/main" id="{205191D3-01D5-CF69-3362-65A63E79FFFB}"/>
              </a:ext>
            </a:extLst>
          </p:cNvPr>
          <p:cNvSpPr>
            <a:spLocks noGrp="1"/>
          </p:cNvSpPr>
          <p:nvPr userDrawn="1">
            <p:ph type="body" sz="quarter" idx="50" hasCustomPrompt="1"/>
          </p:nvPr>
        </p:nvSpPr>
        <p:spPr>
          <a:xfrm>
            <a:off x="481142" y="6182131"/>
            <a:ext cx="1441378" cy="74843"/>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0" name="Text Placeholder 6">
            <a:extLst>
              <a:ext uri="{FF2B5EF4-FFF2-40B4-BE49-F238E27FC236}">
                <a16:creationId xmlns:a16="http://schemas.microsoft.com/office/drawing/2014/main" id="{7B91F810-8716-53AA-45FC-BEB0D9035103}"/>
              </a:ext>
            </a:extLst>
          </p:cNvPr>
          <p:cNvSpPr>
            <a:spLocks noGrp="1"/>
          </p:cNvSpPr>
          <p:nvPr>
            <p:ph type="body" sz="quarter" idx="32" hasCustomPrompt="1"/>
          </p:nvPr>
        </p:nvSpPr>
        <p:spPr>
          <a:xfrm>
            <a:off x="389988" y="6247118"/>
            <a:ext cx="2486644" cy="261949"/>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56" name="Text Placeholder 7">
            <a:extLst>
              <a:ext uri="{FF2B5EF4-FFF2-40B4-BE49-F238E27FC236}">
                <a16:creationId xmlns:a16="http://schemas.microsoft.com/office/drawing/2014/main" id="{5100E32E-1E3F-0B39-F82A-95CA4FABA806}"/>
              </a:ext>
            </a:extLst>
          </p:cNvPr>
          <p:cNvSpPr>
            <a:spLocks noGrp="1"/>
          </p:cNvSpPr>
          <p:nvPr userDrawn="1">
            <p:ph type="body" sz="quarter" idx="46" hasCustomPrompt="1"/>
          </p:nvPr>
        </p:nvSpPr>
        <p:spPr>
          <a:xfrm>
            <a:off x="481142" y="6604379"/>
            <a:ext cx="2015913" cy="74843"/>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57" name="Text Placeholder 7">
            <a:extLst>
              <a:ext uri="{FF2B5EF4-FFF2-40B4-BE49-F238E27FC236}">
                <a16:creationId xmlns:a16="http://schemas.microsoft.com/office/drawing/2014/main" id="{4E4A64E9-E99A-661C-14D2-3651D11A4D39}"/>
              </a:ext>
            </a:extLst>
          </p:cNvPr>
          <p:cNvSpPr>
            <a:spLocks noGrp="1"/>
          </p:cNvSpPr>
          <p:nvPr userDrawn="1">
            <p:ph type="body" sz="quarter" idx="51" hasCustomPrompt="1"/>
          </p:nvPr>
        </p:nvSpPr>
        <p:spPr>
          <a:xfrm>
            <a:off x="481142" y="6604379"/>
            <a:ext cx="1915118" cy="74843"/>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1" name="Text Placeholder 7">
            <a:extLst>
              <a:ext uri="{FF2B5EF4-FFF2-40B4-BE49-F238E27FC236}">
                <a16:creationId xmlns:a16="http://schemas.microsoft.com/office/drawing/2014/main" id="{374C7F2F-446E-F9EB-F954-E1237F4FB375}"/>
              </a:ext>
            </a:extLst>
          </p:cNvPr>
          <p:cNvSpPr>
            <a:spLocks noGrp="1"/>
          </p:cNvSpPr>
          <p:nvPr>
            <p:ph type="body" sz="quarter" idx="33" hasCustomPrompt="1"/>
          </p:nvPr>
        </p:nvSpPr>
        <p:spPr>
          <a:xfrm>
            <a:off x="389988" y="6670335"/>
            <a:ext cx="2486644" cy="261949"/>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58" name="Text Placeholder 7">
            <a:extLst>
              <a:ext uri="{FF2B5EF4-FFF2-40B4-BE49-F238E27FC236}">
                <a16:creationId xmlns:a16="http://schemas.microsoft.com/office/drawing/2014/main" id="{72285F55-A7F4-BFBA-87CF-6E9EC63501EA}"/>
              </a:ext>
            </a:extLst>
          </p:cNvPr>
          <p:cNvSpPr>
            <a:spLocks noGrp="1"/>
          </p:cNvSpPr>
          <p:nvPr userDrawn="1">
            <p:ph type="body" sz="quarter" idx="47" hasCustomPrompt="1"/>
          </p:nvPr>
        </p:nvSpPr>
        <p:spPr>
          <a:xfrm>
            <a:off x="481142" y="7032218"/>
            <a:ext cx="2015913" cy="74843"/>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59" name="Text Placeholder 7">
            <a:extLst>
              <a:ext uri="{FF2B5EF4-FFF2-40B4-BE49-F238E27FC236}">
                <a16:creationId xmlns:a16="http://schemas.microsoft.com/office/drawing/2014/main" id="{861B721E-905B-B616-1FDC-23DA0F8D7988}"/>
              </a:ext>
            </a:extLst>
          </p:cNvPr>
          <p:cNvSpPr>
            <a:spLocks noGrp="1"/>
          </p:cNvSpPr>
          <p:nvPr userDrawn="1">
            <p:ph type="body" sz="quarter" idx="52" hasCustomPrompt="1"/>
          </p:nvPr>
        </p:nvSpPr>
        <p:spPr>
          <a:xfrm>
            <a:off x="481142" y="7032218"/>
            <a:ext cx="1915118" cy="74843"/>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4" name="Text Placeholder 8">
            <a:extLst>
              <a:ext uri="{FF2B5EF4-FFF2-40B4-BE49-F238E27FC236}">
                <a16:creationId xmlns:a16="http://schemas.microsoft.com/office/drawing/2014/main" id="{70A1DD9E-5637-BED4-D81D-26769E3A1D90}"/>
              </a:ext>
            </a:extLst>
          </p:cNvPr>
          <p:cNvSpPr>
            <a:spLocks noGrp="1"/>
          </p:cNvSpPr>
          <p:nvPr>
            <p:ph type="body" sz="quarter" idx="34" hasCustomPrompt="1"/>
          </p:nvPr>
        </p:nvSpPr>
        <p:spPr>
          <a:xfrm>
            <a:off x="389988" y="7111203"/>
            <a:ext cx="2486644" cy="261949"/>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60" name="Text Placeholder 7">
            <a:extLst>
              <a:ext uri="{FF2B5EF4-FFF2-40B4-BE49-F238E27FC236}">
                <a16:creationId xmlns:a16="http://schemas.microsoft.com/office/drawing/2014/main" id="{68195B5E-5A92-9DF8-69E6-1FDEF8625DA3}"/>
              </a:ext>
            </a:extLst>
          </p:cNvPr>
          <p:cNvSpPr>
            <a:spLocks noGrp="1"/>
          </p:cNvSpPr>
          <p:nvPr userDrawn="1">
            <p:ph type="body" sz="quarter" idx="48" hasCustomPrompt="1"/>
          </p:nvPr>
        </p:nvSpPr>
        <p:spPr>
          <a:xfrm>
            <a:off x="481142" y="7460784"/>
            <a:ext cx="2015913" cy="74843"/>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61" name="Text Placeholder 7">
            <a:extLst>
              <a:ext uri="{FF2B5EF4-FFF2-40B4-BE49-F238E27FC236}">
                <a16:creationId xmlns:a16="http://schemas.microsoft.com/office/drawing/2014/main" id="{9C13429E-3EB9-27EB-6C4C-198B8A05AE09}"/>
              </a:ext>
            </a:extLst>
          </p:cNvPr>
          <p:cNvSpPr>
            <a:spLocks noGrp="1"/>
          </p:cNvSpPr>
          <p:nvPr userDrawn="1">
            <p:ph type="body" sz="quarter" idx="53" hasCustomPrompt="1"/>
          </p:nvPr>
        </p:nvSpPr>
        <p:spPr>
          <a:xfrm>
            <a:off x="481142" y="7460784"/>
            <a:ext cx="1582492" cy="74843"/>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5" name="Text Placeholder 9">
            <a:extLst>
              <a:ext uri="{FF2B5EF4-FFF2-40B4-BE49-F238E27FC236}">
                <a16:creationId xmlns:a16="http://schemas.microsoft.com/office/drawing/2014/main" id="{30F8E052-026B-A2C7-00F9-5A8191673A2B}"/>
              </a:ext>
            </a:extLst>
          </p:cNvPr>
          <p:cNvSpPr>
            <a:spLocks noGrp="1"/>
          </p:cNvSpPr>
          <p:nvPr>
            <p:ph type="body" sz="quarter" idx="35" hasCustomPrompt="1"/>
          </p:nvPr>
        </p:nvSpPr>
        <p:spPr>
          <a:xfrm>
            <a:off x="403427" y="7533471"/>
            <a:ext cx="2486644" cy="261949"/>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62" name="Text Placeholder 7">
            <a:extLst>
              <a:ext uri="{FF2B5EF4-FFF2-40B4-BE49-F238E27FC236}">
                <a16:creationId xmlns:a16="http://schemas.microsoft.com/office/drawing/2014/main" id="{AEFFA591-7752-F08D-E538-700399739FF7}"/>
              </a:ext>
            </a:extLst>
          </p:cNvPr>
          <p:cNvSpPr>
            <a:spLocks noGrp="1"/>
          </p:cNvSpPr>
          <p:nvPr userDrawn="1">
            <p:ph type="body" sz="quarter" idx="49" hasCustomPrompt="1"/>
          </p:nvPr>
        </p:nvSpPr>
        <p:spPr>
          <a:xfrm>
            <a:off x="481142" y="7890056"/>
            <a:ext cx="2015913" cy="74843"/>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63" name="Text Placeholder 7">
            <a:extLst>
              <a:ext uri="{FF2B5EF4-FFF2-40B4-BE49-F238E27FC236}">
                <a16:creationId xmlns:a16="http://schemas.microsoft.com/office/drawing/2014/main" id="{84336FE2-8214-1829-A7AF-834DFC3FBA72}"/>
              </a:ext>
            </a:extLst>
          </p:cNvPr>
          <p:cNvSpPr>
            <a:spLocks noGrp="1"/>
          </p:cNvSpPr>
          <p:nvPr userDrawn="1">
            <p:ph type="body" sz="quarter" idx="54" hasCustomPrompt="1"/>
          </p:nvPr>
        </p:nvSpPr>
        <p:spPr>
          <a:xfrm>
            <a:off x="481142" y="7890056"/>
            <a:ext cx="1582492" cy="74843"/>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6" name="Text Placeholder 10">
            <a:extLst>
              <a:ext uri="{FF2B5EF4-FFF2-40B4-BE49-F238E27FC236}">
                <a16:creationId xmlns:a16="http://schemas.microsoft.com/office/drawing/2014/main" id="{2D92D201-D478-AF77-91E0-D694221200A5}"/>
              </a:ext>
            </a:extLst>
          </p:cNvPr>
          <p:cNvSpPr>
            <a:spLocks noGrp="1"/>
          </p:cNvSpPr>
          <p:nvPr>
            <p:ph type="body" sz="quarter" idx="36" hasCustomPrompt="1"/>
          </p:nvPr>
        </p:nvSpPr>
        <p:spPr>
          <a:xfrm>
            <a:off x="390505" y="7959197"/>
            <a:ext cx="2486644" cy="261949"/>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8" name="Subtitle 4">
            <a:extLst>
              <a:ext uri="{FF2B5EF4-FFF2-40B4-BE49-F238E27FC236}">
                <a16:creationId xmlns:a16="http://schemas.microsoft.com/office/drawing/2014/main" id="{16EB345E-375D-D8CB-E3AB-9902A9952D6B}"/>
              </a:ext>
            </a:extLst>
          </p:cNvPr>
          <p:cNvSpPr>
            <a:spLocks noGrp="1"/>
          </p:cNvSpPr>
          <p:nvPr>
            <p:ph type="body" sz="quarter" idx="14" hasCustomPrompt="1"/>
          </p:nvPr>
        </p:nvSpPr>
        <p:spPr>
          <a:xfrm>
            <a:off x="392670" y="8557631"/>
            <a:ext cx="2486644" cy="478904"/>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37" name="Text Placeholder 11">
            <a:extLst>
              <a:ext uri="{FF2B5EF4-FFF2-40B4-BE49-F238E27FC236}">
                <a16:creationId xmlns:a16="http://schemas.microsoft.com/office/drawing/2014/main" id="{C77B420B-6BBC-FE4B-C5A3-C2ACD2A87778}"/>
              </a:ext>
            </a:extLst>
          </p:cNvPr>
          <p:cNvSpPr>
            <a:spLocks noGrp="1"/>
          </p:cNvSpPr>
          <p:nvPr>
            <p:ph type="body" sz="quarter" idx="29" hasCustomPrompt="1"/>
          </p:nvPr>
        </p:nvSpPr>
        <p:spPr>
          <a:xfrm>
            <a:off x="383785" y="8997162"/>
            <a:ext cx="2486644" cy="261949"/>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8" name="Text Placeholder 12">
            <a:extLst>
              <a:ext uri="{FF2B5EF4-FFF2-40B4-BE49-F238E27FC236}">
                <a16:creationId xmlns:a16="http://schemas.microsoft.com/office/drawing/2014/main" id="{31D5C524-3FAF-06D9-E34A-A072BA1EE266}"/>
              </a:ext>
            </a:extLst>
          </p:cNvPr>
          <p:cNvSpPr>
            <a:spLocks noGrp="1"/>
          </p:cNvSpPr>
          <p:nvPr>
            <p:ph type="body" sz="quarter" idx="30" hasCustomPrompt="1"/>
          </p:nvPr>
        </p:nvSpPr>
        <p:spPr>
          <a:xfrm>
            <a:off x="383785" y="9306334"/>
            <a:ext cx="2486644" cy="261949"/>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9" name="Text Placeholder 13">
            <a:extLst>
              <a:ext uri="{FF2B5EF4-FFF2-40B4-BE49-F238E27FC236}">
                <a16:creationId xmlns:a16="http://schemas.microsoft.com/office/drawing/2014/main" id="{C2968ADF-5ABD-381F-F8DE-1924F7AE7100}"/>
              </a:ext>
            </a:extLst>
          </p:cNvPr>
          <p:cNvSpPr>
            <a:spLocks noGrp="1"/>
          </p:cNvSpPr>
          <p:nvPr>
            <p:ph type="body" sz="quarter" idx="31" hasCustomPrompt="1"/>
          </p:nvPr>
        </p:nvSpPr>
        <p:spPr>
          <a:xfrm>
            <a:off x="383785" y="9576132"/>
            <a:ext cx="2486644" cy="261949"/>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4" name="Subtitle 5">
            <a:extLst>
              <a:ext uri="{FF2B5EF4-FFF2-40B4-BE49-F238E27FC236}">
                <a16:creationId xmlns:a16="http://schemas.microsoft.com/office/drawing/2014/main" id="{57B755CC-C1F4-1BA2-EE05-6161797B11EF}"/>
              </a:ext>
            </a:extLst>
          </p:cNvPr>
          <p:cNvSpPr>
            <a:spLocks noGrp="1"/>
          </p:cNvSpPr>
          <p:nvPr>
            <p:ph type="body" sz="quarter" idx="10" hasCustomPrompt="1"/>
          </p:nvPr>
        </p:nvSpPr>
        <p:spPr>
          <a:xfrm>
            <a:off x="3760251" y="850719"/>
            <a:ext cx="2486644" cy="478904"/>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21" name="Text Placeholder 14">
            <a:extLst>
              <a:ext uri="{FF2B5EF4-FFF2-40B4-BE49-F238E27FC236}">
                <a16:creationId xmlns:a16="http://schemas.microsoft.com/office/drawing/2014/main" id="{6701F2F4-7594-5D03-D154-7ABCBE39DC3A}"/>
              </a:ext>
            </a:extLst>
          </p:cNvPr>
          <p:cNvSpPr>
            <a:spLocks noGrp="1"/>
          </p:cNvSpPr>
          <p:nvPr>
            <p:ph type="body" sz="quarter" idx="16" hasCustomPrompt="1"/>
          </p:nvPr>
        </p:nvSpPr>
        <p:spPr>
          <a:xfrm>
            <a:off x="3760251" y="1311014"/>
            <a:ext cx="2486644" cy="242863"/>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2" name="Text Placeholder 15">
            <a:extLst>
              <a:ext uri="{FF2B5EF4-FFF2-40B4-BE49-F238E27FC236}">
                <a16:creationId xmlns:a16="http://schemas.microsoft.com/office/drawing/2014/main" id="{BBFCDBE8-D7C4-CF4F-E94C-BBB350E77642}"/>
              </a:ext>
            </a:extLst>
          </p:cNvPr>
          <p:cNvSpPr>
            <a:spLocks noGrp="1"/>
          </p:cNvSpPr>
          <p:nvPr>
            <p:ph type="body" sz="quarter" idx="17" hasCustomPrompt="1"/>
          </p:nvPr>
        </p:nvSpPr>
        <p:spPr>
          <a:xfrm>
            <a:off x="3760251" y="1532799"/>
            <a:ext cx="2486644" cy="242863"/>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3" name="Text Placeholder 16">
            <a:extLst>
              <a:ext uri="{FF2B5EF4-FFF2-40B4-BE49-F238E27FC236}">
                <a16:creationId xmlns:a16="http://schemas.microsoft.com/office/drawing/2014/main" id="{6EACADD5-0C03-B318-5BE9-37EFC79D590C}"/>
              </a:ext>
            </a:extLst>
          </p:cNvPr>
          <p:cNvSpPr>
            <a:spLocks noGrp="1"/>
          </p:cNvSpPr>
          <p:nvPr>
            <p:ph type="body" sz="quarter" idx="18" hasCustomPrompt="1"/>
          </p:nvPr>
        </p:nvSpPr>
        <p:spPr>
          <a:xfrm>
            <a:off x="3760251" y="1787216"/>
            <a:ext cx="2486644" cy="242863"/>
          </a:xfrm>
        </p:spPr>
        <p:txBody>
          <a:bodyPr>
            <a:noAutofit/>
          </a:bodyPr>
          <a:lstStyle>
            <a:lvl1pPr marL="0" indent="0">
              <a:buNone/>
              <a:defRPr sz="8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4" name="Text Placeholder 17">
            <a:extLst>
              <a:ext uri="{FF2B5EF4-FFF2-40B4-BE49-F238E27FC236}">
                <a16:creationId xmlns:a16="http://schemas.microsoft.com/office/drawing/2014/main" id="{E6E42F90-B451-B5B0-7FE5-99BD43EE487C}"/>
              </a:ext>
            </a:extLst>
          </p:cNvPr>
          <p:cNvSpPr>
            <a:spLocks noGrp="1"/>
          </p:cNvSpPr>
          <p:nvPr>
            <p:ph type="body" sz="quarter" idx="19" hasCustomPrompt="1"/>
          </p:nvPr>
        </p:nvSpPr>
        <p:spPr>
          <a:xfrm>
            <a:off x="3760252" y="2049679"/>
            <a:ext cx="3260109" cy="1491815"/>
          </a:xfrm>
        </p:spPr>
        <p:txBody>
          <a:bodyPr>
            <a:noAutofit/>
          </a:bodyPr>
          <a:lstStyle>
            <a:lvl1pPr marL="0" indent="0">
              <a:lnSpc>
                <a:spcPts val="1500"/>
              </a:lnSpc>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6" name="Text Placeholder 18">
            <a:extLst>
              <a:ext uri="{FF2B5EF4-FFF2-40B4-BE49-F238E27FC236}">
                <a16:creationId xmlns:a16="http://schemas.microsoft.com/office/drawing/2014/main" id="{231BB45D-9F27-B4AC-930B-75553AB2F6D9}"/>
              </a:ext>
            </a:extLst>
          </p:cNvPr>
          <p:cNvSpPr>
            <a:spLocks noGrp="1"/>
          </p:cNvSpPr>
          <p:nvPr>
            <p:ph type="body" sz="quarter" idx="20" hasCustomPrompt="1"/>
          </p:nvPr>
        </p:nvSpPr>
        <p:spPr>
          <a:xfrm>
            <a:off x="3760251" y="3603924"/>
            <a:ext cx="2486644" cy="242863"/>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7" name="Text Placeholder 19">
            <a:extLst>
              <a:ext uri="{FF2B5EF4-FFF2-40B4-BE49-F238E27FC236}">
                <a16:creationId xmlns:a16="http://schemas.microsoft.com/office/drawing/2014/main" id="{79396527-1343-6E5F-01F2-7F6787FC0A68}"/>
              </a:ext>
            </a:extLst>
          </p:cNvPr>
          <p:cNvSpPr>
            <a:spLocks noGrp="1"/>
          </p:cNvSpPr>
          <p:nvPr>
            <p:ph type="body" sz="quarter" idx="21" hasCustomPrompt="1"/>
          </p:nvPr>
        </p:nvSpPr>
        <p:spPr>
          <a:xfrm>
            <a:off x="3760251" y="3861348"/>
            <a:ext cx="2486644" cy="242863"/>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8" name="Text Placeholder 20">
            <a:extLst>
              <a:ext uri="{FF2B5EF4-FFF2-40B4-BE49-F238E27FC236}">
                <a16:creationId xmlns:a16="http://schemas.microsoft.com/office/drawing/2014/main" id="{5DD329E3-4DD8-5AAB-F563-041FA3DA46DC}"/>
              </a:ext>
            </a:extLst>
          </p:cNvPr>
          <p:cNvSpPr>
            <a:spLocks noGrp="1"/>
          </p:cNvSpPr>
          <p:nvPr>
            <p:ph type="body" sz="quarter" idx="22" hasCustomPrompt="1"/>
          </p:nvPr>
        </p:nvSpPr>
        <p:spPr>
          <a:xfrm>
            <a:off x="3760251" y="4115765"/>
            <a:ext cx="2486644" cy="242863"/>
          </a:xfrm>
        </p:spPr>
        <p:txBody>
          <a:bodyPr>
            <a:noAutofit/>
          </a:bodyPr>
          <a:lstStyle>
            <a:lvl1pPr marL="0" indent="0">
              <a:buNone/>
              <a:defRPr sz="8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9" name="Text Placeholder 21">
            <a:extLst>
              <a:ext uri="{FF2B5EF4-FFF2-40B4-BE49-F238E27FC236}">
                <a16:creationId xmlns:a16="http://schemas.microsoft.com/office/drawing/2014/main" id="{AEF84B5D-0AD9-27D5-7981-DC077EDAA1C4}"/>
              </a:ext>
            </a:extLst>
          </p:cNvPr>
          <p:cNvSpPr>
            <a:spLocks noGrp="1"/>
          </p:cNvSpPr>
          <p:nvPr>
            <p:ph type="body" sz="quarter" idx="23" hasCustomPrompt="1"/>
          </p:nvPr>
        </p:nvSpPr>
        <p:spPr>
          <a:xfrm>
            <a:off x="3760251" y="4399611"/>
            <a:ext cx="3362938" cy="1276132"/>
          </a:xfrm>
        </p:spPr>
        <p:txBody>
          <a:bodyPr>
            <a:noAutofit/>
          </a:bodyPr>
          <a:lstStyle>
            <a:lvl1pPr marL="0" indent="0">
              <a:lnSpc>
                <a:spcPts val="1500"/>
              </a:lnSpc>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2" name="Text Placeholder 22">
            <a:extLst>
              <a:ext uri="{FF2B5EF4-FFF2-40B4-BE49-F238E27FC236}">
                <a16:creationId xmlns:a16="http://schemas.microsoft.com/office/drawing/2014/main" id="{3DE965BF-79E4-51BB-D900-79E59887459F}"/>
              </a:ext>
            </a:extLst>
          </p:cNvPr>
          <p:cNvSpPr>
            <a:spLocks noGrp="1"/>
          </p:cNvSpPr>
          <p:nvPr>
            <p:ph type="body" sz="quarter" idx="24" hasCustomPrompt="1"/>
          </p:nvPr>
        </p:nvSpPr>
        <p:spPr>
          <a:xfrm>
            <a:off x="3760251" y="5714114"/>
            <a:ext cx="2486644" cy="242863"/>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3" name="Text Placeholder 23">
            <a:extLst>
              <a:ext uri="{FF2B5EF4-FFF2-40B4-BE49-F238E27FC236}">
                <a16:creationId xmlns:a16="http://schemas.microsoft.com/office/drawing/2014/main" id="{9045A0A8-0EF1-B403-236A-2DF3B7A058AD}"/>
              </a:ext>
            </a:extLst>
          </p:cNvPr>
          <p:cNvSpPr>
            <a:spLocks noGrp="1"/>
          </p:cNvSpPr>
          <p:nvPr>
            <p:ph type="body" sz="quarter" idx="25" hasCustomPrompt="1"/>
          </p:nvPr>
        </p:nvSpPr>
        <p:spPr>
          <a:xfrm>
            <a:off x="3760251" y="5935899"/>
            <a:ext cx="2486644" cy="242863"/>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4" name="Text Placeholder 24">
            <a:extLst>
              <a:ext uri="{FF2B5EF4-FFF2-40B4-BE49-F238E27FC236}">
                <a16:creationId xmlns:a16="http://schemas.microsoft.com/office/drawing/2014/main" id="{1E1250C8-A56F-54E4-2F74-E8111C1EBBFD}"/>
              </a:ext>
            </a:extLst>
          </p:cNvPr>
          <p:cNvSpPr>
            <a:spLocks noGrp="1"/>
          </p:cNvSpPr>
          <p:nvPr>
            <p:ph type="body" sz="quarter" idx="26" hasCustomPrompt="1"/>
          </p:nvPr>
        </p:nvSpPr>
        <p:spPr>
          <a:xfrm>
            <a:off x="3760251" y="6204572"/>
            <a:ext cx="2486644" cy="242863"/>
          </a:xfrm>
        </p:spPr>
        <p:txBody>
          <a:bodyPr>
            <a:noAutofit/>
          </a:bodyPr>
          <a:lstStyle>
            <a:lvl1pPr marL="0" indent="0">
              <a:buNone/>
              <a:defRPr sz="8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5" name="Text Placeholder 25">
            <a:extLst>
              <a:ext uri="{FF2B5EF4-FFF2-40B4-BE49-F238E27FC236}">
                <a16:creationId xmlns:a16="http://schemas.microsoft.com/office/drawing/2014/main" id="{49A63675-1646-B628-7CDF-CC4F1FB368DA}"/>
              </a:ext>
            </a:extLst>
          </p:cNvPr>
          <p:cNvSpPr>
            <a:spLocks noGrp="1"/>
          </p:cNvSpPr>
          <p:nvPr>
            <p:ph type="body" sz="quarter" idx="27" hasCustomPrompt="1"/>
          </p:nvPr>
        </p:nvSpPr>
        <p:spPr>
          <a:xfrm>
            <a:off x="3760252" y="6481290"/>
            <a:ext cx="3356597" cy="1276132"/>
          </a:xfrm>
        </p:spPr>
        <p:txBody>
          <a:bodyPr>
            <a:noAutofit/>
          </a:bodyPr>
          <a:lstStyle>
            <a:lvl1pPr marL="0" indent="0">
              <a:lnSpc>
                <a:spcPts val="1500"/>
              </a:lnSpc>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9" name="Subtitle 6">
            <a:extLst>
              <a:ext uri="{FF2B5EF4-FFF2-40B4-BE49-F238E27FC236}">
                <a16:creationId xmlns:a16="http://schemas.microsoft.com/office/drawing/2014/main" id="{99A0F316-873B-EF84-45C8-62541070FCFA}"/>
              </a:ext>
            </a:extLst>
          </p:cNvPr>
          <p:cNvSpPr>
            <a:spLocks noGrp="1"/>
          </p:cNvSpPr>
          <p:nvPr>
            <p:ph type="body" sz="quarter" idx="15" hasCustomPrompt="1"/>
          </p:nvPr>
        </p:nvSpPr>
        <p:spPr>
          <a:xfrm>
            <a:off x="3760251" y="8027221"/>
            <a:ext cx="2486644" cy="478904"/>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36" name="Text Placeholder 26">
            <a:extLst>
              <a:ext uri="{FF2B5EF4-FFF2-40B4-BE49-F238E27FC236}">
                <a16:creationId xmlns:a16="http://schemas.microsoft.com/office/drawing/2014/main" id="{4D514417-B19E-BA52-F9B2-8DCF47F55B67}"/>
              </a:ext>
            </a:extLst>
          </p:cNvPr>
          <p:cNvSpPr>
            <a:spLocks noGrp="1"/>
          </p:cNvSpPr>
          <p:nvPr>
            <p:ph type="body" sz="quarter" idx="28" hasCustomPrompt="1"/>
          </p:nvPr>
        </p:nvSpPr>
        <p:spPr>
          <a:xfrm>
            <a:off x="3760251" y="8471838"/>
            <a:ext cx="2486644" cy="1507188"/>
          </a:xfrm>
        </p:spPr>
        <p:txBody>
          <a:bodyPr>
            <a:noAutofit/>
          </a:bodyPr>
          <a:lstStyle>
            <a:lvl1pPr marL="0" indent="0">
              <a:lnSpc>
                <a:spcPct val="100000"/>
              </a:lnSpc>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Tree>
    <p:extLst>
      <p:ext uri="{BB962C8B-B14F-4D97-AF65-F5344CB8AC3E}">
        <p14:creationId xmlns:p14="http://schemas.microsoft.com/office/powerpoint/2010/main" val="310476560"/>
      </p:ext>
    </p:extLst>
  </p:cSld>
  <p:clrMapOvr>
    <a:masterClrMapping/>
  </p:clrMapOvr>
  <p:extLst>
    <p:ext uri="{DCECCB84-F9BA-43D5-87BE-67443E8EF086}">
      <p15:sldGuideLst xmlns:p15="http://schemas.microsoft.com/office/powerpoint/2012/main">
        <p15:guide id="1" orient="horz" pos="3368" userDrawn="1">
          <p15:clr>
            <a:srgbClr val="FBAE40"/>
          </p15:clr>
        </p15:guide>
        <p15:guide id="2" pos="238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E8C10ABA-8587-C140-975A-2657A46279AA}"/>
              </a:ext>
            </a:extLst>
          </p:cNvPr>
          <p:cNvSpPr>
            <a:spLocks noGrp="1"/>
          </p:cNvSpPr>
          <p:nvPr>
            <p:ph type="title" hasCustomPrompt="1"/>
          </p:nvPr>
        </p:nvSpPr>
        <p:spPr>
          <a:xfrm>
            <a:off x="418532" y="475488"/>
            <a:ext cx="5656172" cy="626181"/>
          </a:xfrm>
        </p:spPr>
        <p:txBody>
          <a:bodyPr lIns="0" rIns="0">
            <a:noAutofit/>
          </a:bodyPr>
          <a:lstStyle>
            <a:lvl1pPr>
              <a:defRPr sz="3600" b="0" i="0">
                <a:solidFill>
                  <a:schemeClr val="accent4">
                    <a:lumMod val="50000"/>
                  </a:schemeClr>
                </a:solidFill>
                <a:latin typeface="+mn-lt"/>
              </a:defRPr>
            </a:lvl1pPr>
          </a:lstStyle>
          <a:p>
            <a:r>
              <a:rPr lang="en-US" noProof="0"/>
              <a:t>NAME HERE</a:t>
            </a:r>
          </a:p>
        </p:txBody>
      </p:sp>
      <p:sp>
        <p:nvSpPr>
          <p:cNvPr id="20" name="Text Placeholder 18" hidden="1">
            <a:extLst>
              <a:ext uri="{FF2B5EF4-FFF2-40B4-BE49-F238E27FC236}">
                <a16:creationId xmlns:a16="http://schemas.microsoft.com/office/drawing/2014/main" id="{5B977851-1691-7D44-B07D-01B553D09910}"/>
              </a:ext>
            </a:extLst>
          </p:cNvPr>
          <p:cNvSpPr>
            <a:spLocks noGrp="1"/>
          </p:cNvSpPr>
          <p:nvPr>
            <p:ph type="body" sz="quarter" idx="11" hasCustomPrompt="1"/>
          </p:nvPr>
        </p:nvSpPr>
        <p:spPr>
          <a:xfrm>
            <a:off x="3819318" y="7362192"/>
            <a:ext cx="1691461" cy="273982"/>
          </a:xfrm>
        </p:spPr>
        <p:txBody>
          <a:bodyPr lIns="0" rIns="0" anchor="ctr">
            <a:noAutofit/>
          </a:bodyPr>
          <a:lstStyle>
            <a:lvl1pPr marL="0" indent="0">
              <a:buNone/>
              <a:defRPr sz="120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EDUCATION</a:t>
            </a:r>
          </a:p>
        </p:txBody>
      </p:sp>
      <p:sp>
        <p:nvSpPr>
          <p:cNvPr id="25" name="Text Placeholder 18" hidden="1">
            <a:extLst>
              <a:ext uri="{FF2B5EF4-FFF2-40B4-BE49-F238E27FC236}">
                <a16:creationId xmlns:a16="http://schemas.microsoft.com/office/drawing/2014/main" id="{420A5075-C2B7-444D-BC6C-6938ACA01FF6}"/>
              </a:ext>
            </a:extLst>
          </p:cNvPr>
          <p:cNvSpPr>
            <a:spLocks noGrp="1"/>
          </p:cNvSpPr>
          <p:nvPr>
            <p:ph type="body" sz="quarter" idx="12" hasCustomPrompt="1"/>
          </p:nvPr>
        </p:nvSpPr>
        <p:spPr>
          <a:xfrm>
            <a:off x="4520073" y="7721705"/>
            <a:ext cx="1499124" cy="316959"/>
          </a:xfrm>
        </p:spPr>
        <p:txBody>
          <a:bodyPr lIns="0" rIns="0" anchor="ctr">
            <a:normAutofit/>
          </a:bodyPr>
          <a:lstStyle>
            <a:lvl1pPr marL="0" indent="0">
              <a:buNone/>
              <a:defRPr sz="120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School Name</a:t>
            </a:r>
          </a:p>
        </p:txBody>
      </p:sp>
      <p:sp>
        <p:nvSpPr>
          <p:cNvPr id="30" name="Text Placeholder 18" hidden="1">
            <a:extLst>
              <a:ext uri="{FF2B5EF4-FFF2-40B4-BE49-F238E27FC236}">
                <a16:creationId xmlns:a16="http://schemas.microsoft.com/office/drawing/2014/main" id="{5C2D1E8C-5EC6-3F41-93FE-E77D60FCAF9D}"/>
              </a:ext>
            </a:extLst>
          </p:cNvPr>
          <p:cNvSpPr>
            <a:spLocks noGrp="1"/>
          </p:cNvSpPr>
          <p:nvPr>
            <p:ph type="body" sz="quarter" idx="13" hasCustomPrompt="1"/>
          </p:nvPr>
        </p:nvSpPr>
        <p:spPr>
          <a:xfrm>
            <a:off x="4520073" y="8001634"/>
            <a:ext cx="1499124" cy="238136"/>
          </a:xfrm>
        </p:spPr>
        <p:txBody>
          <a:bodyPr lIns="0" rIns="0" anchor="ctr">
            <a:noAutofit/>
          </a:bodyPr>
          <a:lstStyle>
            <a:lvl1pPr marL="0" indent="0">
              <a:buNone/>
              <a:defRPr sz="1200">
                <a:solidFill>
                  <a:schemeClr val="bg1"/>
                </a:solidFill>
                <a:latin typeface="+mj-lt"/>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[Date From]-[To]</a:t>
            </a:r>
          </a:p>
        </p:txBody>
      </p:sp>
      <p:sp>
        <p:nvSpPr>
          <p:cNvPr id="31" name="Text Placeholder 18" hidden="1">
            <a:extLst>
              <a:ext uri="{FF2B5EF4-FFF2-40B4-BE49-F238E27FC236}">
                <a16:creationId xmlns:a16="http://schemas.microsoft.com/office/drawing/2014/main" id="{5262C941-7E67-EA41-A288-3F705E28D280}"/>
              </a:ext>
            </a:extLst>
          </p:cNvPr>
          <p:cNvSpPr>
            <a:spLocks noGrp="1"/>
          </p:cNvSpPr>
          <p:nvPr>
            <p:ph type="body" sz="quarter" idx="14" hasCustomPrompt="1"/>
          </p:nvPr>
        </p:nvSpPr>
        <p:spPr>
          <a:xfrm>
            <a:off x="4520073" y="8227082"/>
            <a:ext cx="1499124" cy="238136"/>
          </a:xfrm>
        </p:spPr>
        <p:txBody>
          <a:bodyPr lIns="0" rIns="0" anchor="ctr">
            <a:noAutofit/>
          </a:bodyPr>
          <a:lstStyle>
            <a:lvl1pPr marL="0" indent="0">
              <a:buNone/>
              <a:defRPr sz="1200" i="1">
                <a:solidFill>
                  <a:schemeClr val="bg1"/>
                </a:solidFill>
                <a:latin typeface="+mj-lt"/>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[Name of Degree]</a:t>
            </a:r>
          </a:p>
        </p:txBody>
      </p:sp>
      <p:sp>
        <p:nvSpPr>
          <p:cNvPr id="42" name="Text Placeholder 18" hidden="1">
            <a:extLst>
              <a:ext uri="{FF2B5EF4-FFF2-40B4-BE49-F238E27FC236}">
                <a16:creationId xmlns:a16="http://schemas.microsoft.com/office/drawing/2014/main" id="{BF56832D-FE58-2F46-9555-1CCA6C0981CF}"/>
              </a:ext>
            </a:extLst>
          </p:cNvPr>
          <p:cNvSpPr>
            <a:spLocks noGrp="1"/>
          </p:cNvSpPr>
          <p:nvPr>
            <p:ph type="body" sz="quarter" idx="15" hasCustomPrompt="1"/>
          </p:nvPr>
        </p:nvSpPr>
        <p:spPr>
          <a:xfrm>
            <a:off x="6508545" y="8231936"/>
            <a:ext cx="764678" cy="236789"/>
          </a:xfrm>
        </p:spPr>
        <p:txBody>
          <a:bodyPr lIns="0" rIns="0" anchor="ctr">
            <a:normAutofit/>
          </a:bodyPr>
          <a:lstStyle>
            <a:lvl1pPr marL="0" indent="0" algn="ctr">
              <a:buNone/>
              <a:defRPr sz="140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GPA</a:t>
            </a:r>
          </a:p>
        </p:txBody>
      </p:sp>
      <p:sp>
        <p:nvSpPr>
          <p:cNvPr id="43" name="Text Placeholder 18" hidden="1">
            <a:extLst>
              <a:ext uri="{FF2B5EF4-FFF2-40B4-BE49-F238E27FC236}">
                <a16:creationId xmlns:a16="http://schemas.microsoft.com/office/drawing/2014/main" id="{FDF93C53-2C8A-884C-B211-EF7B46AB70A6}"/>
              </a:ext>
            </a:extLst>
          </p:cNvPr>
          <p:cNvSpPr>
            <a:spLocks noGrp="1"/>
          </p:cNvSpPr>
          <p:nvPr>
            <p:ph type="body" sz="quarter" idx="16" hasCustomPrompt="1"/>
          </p:nvPr>
        </p:nvSpPr>
        <p:spPr>
          <a:xfrm>
            <a:off x="6508545" y="7779653"/>
            <a:ext cx="764678" cy="460169"/>
          </a:xfrm>
        </p:spPr>
        <p:txBody>
          <a:bodyPr lIns="0" rIns="0" anchor="ctr">
            <a:noAutofit/>
          </a:bodyPr>
          <a:lstStyle>
            <a:lvl1pPr marL="0" indent="0" algn="ctr">
              <a:buNone/>
              <a:defRPr sz="3200" b="1">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4.0</a:t>
            </a:r>
          </a:p>
        </p:txBody>
      </p:sp>
      <p:sp>
        <p:nvSpPr>
          <p:cNvPr id="96" name="Text Placeholder 8" hidden="1">
            <a:extLst>
              <a:ext uri="{FF2B5EF4-FFF2-40B4-BE49-F238E27FC236}">
                <a16:creationId xmlns:a16="http://schemas.microsoft.com/office/drawing/2014/main" id="{2B1A41A9-8C5A-224E-9B99-968DDF5B8251}"/>
              </a:ext>
            </a:extLst>
          </p:cNvPr>
          <p:cNvSpPr>
            <a:spLocks noGrp="1"/>
          </p:cNvSpPr>
          <p:nvPr>
            <p:ph type="body" sz="quarter" idx="26" hasCustomPrompt="1"/>
          </p:nvPr>
        </p:nvSpPr>
        <p:spPr>
          <a:xfrm>
            <a:off x="418532" y="1834989"/>
            <a:ext cx="3224947" cy="290925"/>
          </a:xfrm>
        </p:spPr>
        <p:txBody>
          <a:bodyPr lIns="0" rIns="0" anchor="ctr">
            <a:noAutofit/>
          </a:bodyPr>
          <a:lstStyle>
            <a:lvl1pPr marL="0" indent="0">
              <a:buNone/>
              <a:defRPr sz="1100" b="0" i="0">
                <a:solidFill>
                  <a:schemeClr val="bg1"/>
                </a:solidFill>
              </a:defRPr>
            </a:lvl1pPr>
          </a:lstStyle>
          <a:p>
            <a:pPr lvl="0"/>
            <a:r>
              <a:rPr lang="en-US" noProof="0"/>
              <a:t>Company Name | Job Title</a:t>
            </a:r>
          </a:p>
        </p:txBody>
      </p:sp>
      <p:sp>
        <p:nvSpPr>
          <p:cNvPr id="97" name="Text Placeholder 8" hidden="1">
            <a:extLst>
              <a:ext uri="{FF2B5EF4-FFF2-40B4-BE49-F238E27FC236}">
                <a16:creationId xmlns:a16="http://schemas.microsoft.com/office/drawing/2014/main" id="{621A3ADB-23BD-8F43-BACD-95921D4463F0}"/>
              </a:ext>
            </a:extLst>
          </p:cNvPr>
          <p:cNvSpPr>
            <a:spLocks noGrp="1"/>
          </p:cNvSpPr>
          <p:nvPr>
            <p:ph type="body" sz="quarter" idx="27" hasCustomPrompt="1"/>
          </p:nvPr>
        </p:nvSpPr>
        <p:spPr>
          <a:xfrm>
            <a:off x="418532" y="2175261"/>
            <a:ext cx="3224947" cy="168887"/>
          </a:xfrm>
        </p:spPr>
        <p:txBody>
          <a:bodyPr lIns="0" rIns="0" anchor="ctr">
            <a:noAutofit/>
          </a:bodyPr>
          <a:lstStyle>
            <a:lvl1pPr marL="0" indent="0">
              <a:buNone/>
              <a:defRPr sz="1000" b="0" i="0">
                <a:solidFill>
                  <a:schemeClr val="bg1"/>
                </a:solidFill>
              </a:defRPr>
            </a:lvl1pPr>
          </a:lstStyle>
          <a:p>
            <a:pPr lvl="0"/>
            <a:r>
              <a:rPr lang="en-US" noProof="0"/>
              <a:t>[Dates From]-[To]</a:t>
            </a:r>
          </a:p>
        </p:txBody>
      </p:sp>
      <p:sp>
        <p:nvSpPr>
          <p:cNvPr id="98" name="Text Placeholder 8" hidden="1">
            <a:extLst>
              <a:ext uri="{FF2B5EF4-FFF2-40B4-BE49-F238E27FC236}">
                <a16:creationId xmlns:a16="http://schemas.microsoft.com/office/drawing/2014/main" id="{D6D17EAF-2F02-AA4A-8E44-8B309C23BE74}"/>
              </a:ext>
            </a:extLst>
          </p:cNvPr>
          <p:cNvSpPr>
            <a:spLocks noGrp="1"/>
          </p:cNvSpPr>
          <p:nvPr>
            <p:ph type="body" sz="quarter" idx="28" hasCustomPrompt="1"/>
          </p:nvPr>
        </p:nvSpPr>
        <p:spPr>
          <a:xfrm>
            <a:off x="418532" y="2404349"/>
            <a:ext cx="3224945" cy="800220"/>
          </a:xfrm>
        </p:spPr>
        <p:txBody>
          <a:bodyPr lIns="0" tIns="0" rIns="0" anchor="t">
            <a:noAutofit/>
          </a:bodyPr>
          <a:lstStyle>
            <a:lvl1pPr marL="0" indent="0">
              <a:lnSpc>
                <a:spcPct val="100000"/>
              </a:lnSpc>
              <a:buNone/>
              <a:defRPr sz="1000" b="0" i="0">
                <a:solidFill>
                  <a:schemeClr val="bg1"/>
                </a:solidFill>
                <a:latin typeface="+mj-lt"/>
              </a:defRPr>
            </a:lvl1pPr>
          </a:lstStyle>
          <a:p>
            <a:pPr lvl="0"/>
            <a:r>
              <a:rPr lang="en-US" noProof="0"/>
              <a:t>Lorem ipsum dolor sit amet, consectetur adipiscing elit, sed do eiusmod tempor incididunt ut labore et dolore magna aliqua. Ut enim ad minim veniam, quis nostrud exercitation.</a:t>
            </a:r>
          </a:p>
        </p:txBody>
      </p:sp>
      <p:sp>
        <p:nvSpPr>
          <p:cNvPr id="99" name="Text Placeholder 8" hidden="1">
            <a:extLst>
              <a:ext uri="{FF2B5EF4-FFF2-40B4-BE49-F238E27FC236}">
                <a16:creationId xmlns:a16="http://schemas.microsoft.com/office/drawing/2014/main" id="{6E210A9C-46CF-E34B-8A51-F4EB49C0E818}"/>
              </a:ext>
            </a:extLst>
          </p:cNvPr>
          <p:cNvSpPr>
            <a:spLocks noGrp="1"/>
          </p:cNvSpPr>
          <p:nvPr>
            <p:ph type="body" sz="quarter" idx="29" hasCustomPrompt="1"/>
          </p:nvPr>
        </p:nvSpPr>
        <p:spPr>
          <a:xfrm>
            <a:off x="418532" y="1339314"/>
            <a:ext cx="3224947" cy="342890"/>
          </a:xfrm>
        </p:spPr>
        <p:txBody>
          <a:bodyPr lIns="0" rIns="0" anchor="ctr">
            <a:normAutofit/>
          </a:bodyPr>
          <a:lstStyle>
            <a:lvl1pPr marL="0" indent="0">
              <a:buNone/>
              <a:defRPr sz="1200" b="0" i="0">
                <a:solidFill>
                  <a:schemeClr val="bg1"/>
                </a:solidFill>
              </a:defRPr>
            </a:lvl1pPr>
          </a:lstStyle>
          <a:p>
            <a:pPr lvl="0"/>
            <a:r>
              <a:rPr lang="en-US" noProof="0"/>
              <a:t>EXPERIENCE</a:t>
            </a:r>
          </a:p>
        </p:txBody>
      </p:sp>
      <p:sp>
        <p:nvSpPr>
          <p:cNvPr id="104" name="Text Placeholder 8" hidden="1">
            <a:extLst>
              <a:ext uri="{FF2B5EF4-FFF2-40B4-BE49-F238E27FC236}">
                <a16:creationId xmlns:a16="http://schemas.microsoft.com/office/drawing/2014/main" id="{5B112CE7-45E8-2E43-A633-DB4096453E16}"/>
              </a:ext>
            </a:extLst>
          </p:cNvPr>
          <p:cNvSpPr>
            <a:spLocks noGrp="1"/>
          </p:cNvSpPr>
          <p:nvPr>
            <p:ph type="body" sz="quarter" idx="30" hasCustomPrompt="1"/>
          </p:nvPr>
        </p:nvSpPr>
        <p:spPr>
          <a:xfrm>
            <a:off x="418532" y="3321421"/>
            <a:ext cx="3224947" cy="290925"/>
          </a:xfrm>
        </p:spPr>
        <p:txBody>
          <a:bodyPr lIns="0" rIns="0" anchor="ctr">
            <a:noAutofit/>
          </a:bodyPr>
          <a:lstStyle>
            <a:lvl1pPr marL="0" indent="0">
              <a:buNone/>
              <a:defRPr sz="1100" b="0" i="0">
                <a:solidFill>
                  <a:schemeClr val="bg1"/>
                </a:solidFill>
              </a:defRPr>
            </a:lvl1pPr>
          </a:lstStyle>
          <a:p>
            <a:pPr lvl="0"/>
            <a:r>
              <a:rPr lang="en-US" noProof="0"/>
              <a:t>Company Name | Job Title</a:t>
            </a:r>
          </a:p>
        </p:txBody>
      </p:sp>
      <p:sp>
        <p:nvSpPr>
          <p:cNvPr id="105" name="Text Placeholder 8" hidden="1">
            <a:extLst>
              <a:ext uri="{FF2B5EF4-FFF2-40B4-BE49-F238E27FC236}">
                <a16:creationId xmlns:a16="http://schemas.microsoft.com/office/drawing/2014/main" id="{57C75573-1BA8-C749-8829-0A0E96DACB4F}"/>
              </a:ext>
            </a:extLst>
          </p:cNvPr>
          <p:cNvSpPr>
            <a:spLocks noGrp="1"/>
          </p:cNvSpPr>
          <p:nvPr>
            <p:ph type="body" sz="quarter" idx="31" hasCustomPrompt="1"/>
          </p:nvPr>
        </p:nvSpPr>
        <p:spPr>
          <a:xfrm>
            <a:off x="418532" y="3661693"/>
            <a:ext cx="3224947" cy="168887"/>
          </a:xfrm>
        </p:spPr>
        <p:txBody>
          <a:bodyPr lIns="0" rIns="0" anchor="ctr">
            <a:noAutofit/>
          </a:bodyPr>
          <a:lstStyle>
            <a:lvl1pPr marL="0" indent="0">
              <a:buNone/>
              <a:defRPr sz="1000" b="0" i="0">
                <a:solidFill>
                  <a:schemeClr val="bg1"/>
                </a:solidFill>
              </a:defRPr>
            </a:lvl1pPr>
          </a:lstStyle>
          <a:p>
            <a:pPr lvl="0"/>
            <a:r>
              <a:rPr lang="en-US" noProof="0"/>
              <a:t>[Dates From]-[To]</a:t>
            </a:r>
          </a:p>
        </p:txBody>
      </p:sp>
      <p:sp>
        <p:nvSpPr>
          <p:cNvPr id="106" name="Text Placeholder 8" hidden="1">
            <a:extLst>
              <a:ext uri="{FF2B5EF4-FFF2-40B4-BE49-F238E27FC236}">
                <a16:creationId xmlns:a16="http://schemas.microsoft.com/office/drawing/2014/main" id="{03288328-BBC2-C043-ABA7-6DE1329DE976}"/>
              </a:ext>
            </a:extLst>
          </p:cNvPr>
          <p:cNvSpPr>
            <a:spLocks noGrp="1"/>
          </p:cNvSpPr>
          <p:nvPr>
            <p:ph type="body" sz="quarter" idx="32" hasCustomPrompt="1"/>
          </p:nvPr>
        </p:nvSpPr>
        <p:spPr>
          <a:xfrm>
            <a:off x="418532" y="3890780"/>
            <a:ext cx="3224945" cy="782231"/>
          </a:xfrm>
        </p:spPr>
        <p:txBody>
          <a:bodyPr lIns="0" tIns="0" rIns="0" anchor="t">
            <a:noAutofit/>
          </a:bodyPr>
          <a:lstStyle>
            <a:lvl1pPr marL="0" indent="0">
              <a:lnSpc>
                <a:spcPct val="100000"/>
              </a:lnSpc>
              <a:buNone/>
              <a:defRPr sz="1000" b="0" i="0">
                <a:solidFill>
                  <a:schemeClr val="bg1"/>
                </a:solidFill>
                <a:latin typeface="+mj-lt"/>
              </a:defRPr>
            </a:lvl1pPr>
          </a:lstStyle>
          <a:p>
            <a:pPr lvl="0"/>
            <a:r>
              <a:rPr lang="en-US" noProof="0"/>
              <a:t>Lorem ipsum dolor sit amet, consectetur adipiscing elit, sed do eiusmod tempor incididunt ut labore et dolore magna aliqua. Ut enm ad minim veniam, quis nostrud exercitation.</a:t>
            </a:r>
          </a:p>
        </p:txBody>
      </p:sp>
      <p:sp>
        <p:nvSpPr>
          <p:cNvPr id="107" name="Text Placeholder 8" hidden="1">
            <a:extLst>
              <a:ext uri="{FF2B5EF4-FFF2-40B4-BE49-F238E27FC236}">
                <a16:creationId xmlns:a16="http://schemas.microsoft.com/office/drawing/2014/main" id="{82046C4E-90DA-4347-A96F-BD316B2235F4}"/>
              </a:ext>
            </a:extLst>
          </p:cNvPr>
          <p:cNvSpPr>
            <a:spLocks noGrp="1"/>
          </p:cNvSpPr>
          <p:nvPr>
            <p:ph type="body" sz="quarter" idx="33" hasCustomPrompt="1"/>
          </p:nvPr>
        </p:nvSpPr>
        <p:spPr>
          <a:xfrm>
            <a:off x="418532" y="4802265"/>
            <a:ext cx="3224947" cy="290925"/>
          </a:xfrm>
        </p:spPr>
        <p:txBody>
          <a:bodyPr lIns="0" rIns="0" anchor="ctr">
            <a:noAutofit/>
          </a:bodyPr>
          <a:lstStyle>
            <a:lvl1pPr marL="0" indent="0">
              <a:buNone/>
              <a:defRPr sz="1100" b="0" i="0">
                <a:solidFill>
                  <a:schemeClr val="bg1"/>
                </a:solidFill>
              </a:defRPr>
            </a:lvl1pPr>
          </a:lstStyle>
          <a:p>
            <a:pPr lvl="0"/>
            <a:r>
              <a:rPr lang="en-US" noProof="0"/>
              <a:t>Company Name | Job Title</a:t>
            </a:r>
          </a:p>
        </p:txBody>
      </p:sp>
      <p:sp>
        <p:nvSpPr>
          <p:cNvPr id="108" name="Text Placeholder 8" hidden="1">
            <a:extLst>
              <a:ext uri="{FF2B5EF4-FFF2-40B4-BE49-F238E27FC236}">
                <a16:creationId xmlns:a16="http://schemas.microsoft.com/office/drawing/2014/main" id="{D7E3073B-1F03-B344-9CCF-D116EF964110}"/>
              </a:ext>
            </a:extLst>
          </p:cNvPr>
          <p:cNvSpPr>
            <a:spLocks noGrp="1"/>
          </p:cNvSpPr>
          <p:nvPr>
            <p:ph type="body" sz="quarter" idx="34" hasCustomPrompt="1"/>
          </p:nvPr>
        </p:nvSpPr>
        <p:spPr>
          <a:xfrm>
            <a:off x="418532" y="5142538"/>
            <a:ext cx="3224947" cy="168887"/>
          </a:xfrm>
        </p:spPr>
        <p:txBody>
          <a:bodyPr lIns="0" rIns="0" anchor="ctr">
            <a:noAutofit/>
          </a:bodyPr>
          <a:lstStyle>
            <a:lvl1pPr marL="0" indent="0">
              <a:buNone/>
              <a:defRPr sz="1000" b="0" i="0">
                <a:solidFill>
                  <a:schemeClr val="bg1"/>
                </a:solidFill>
              </a:defRPr>
            </a:lvl1pPr>
          </a:lstStyle>
          <a:p>
            <a:pPr lvl="0"/>
            <a:r>
              <a:rPr lang="en-US" noProof="0"/>
              <a:t>[Dates From]-[To]</a:t>
            </a:r>
          </a:p>
        </p:txBody>
      </p:sp>
      <p:sp>
        <p:nvSpPr>
          <p:cNvPr id="109" name="Text Placeholder 8" hidden="1">
            <a:extLst>
              <a:ext uri="{FF2B5EF4-FFF2-40B4-BE49-F238E27FC236}">
                <a16:creationId xmlns:a16="http://schemas.microsoft.com/office/drawing/2014/main" id="{2EE283F0-AFCD-5741-8C35-207ABF2D6E52}"/>
              </a:ext>
            </a:extLst>
          </p:cNvPr>
          <p:cNvSpPr>
            <a:spLocks noGrp="1"/>
          </p:cNvSpPr>
          <p:nvPr>
            <p:ph type="body" sz="quarter" idx="35" hasCustomPrompt="1"/>
          </p:nvPr>
        </p:nvSpPr>
        <p:spPr>
          <a:xfrm>
            <a:off x="418532" y="5371625"/>
            <a:ext cx="3224945" cy="829478"/>
          </a:xfrm>
        </p:spPr>
        <p:txBody>
          <a:bodyPr lIns="0" tIns="0" rIns="0" anchor="t">
            <a:noAutofit/>
          </a:bodyPr>
          <a:lstStyle>
            <a:lvl1pPr marL="0" indent="0">
              <a:lnSpc>
                <a:spcPct val="100000"/>
              </a:lnSpc>
              <a:buNone/>
              <a:defRPr sz="1000" b="0" i="0">
                <a:solidFill>
                  <a:schemeClr val="bg1"/>
                </a:solidFill>
                <a:latin typeface="+mj-lt"/>
              </a:defRPr>
            </a:lvl1pPr>
          </a:lstStyle>
          <a:p>
            <a:pPr lvl="0"/>
            <a:r>
              <a:rPr lang="en-US" noProof="0"/>
              <a:t>Lorem ipsum dolor sit amet, consectetur adipiscing elit, sed do eiusmod tempor incididunt ut labore et dolore magna aliqua. Ut enim ad minim veniam, quis nostrud exercitation.</a:t>
            </a:r>
          </a:p>
        </p:txBody>
      </p:sp>
      <p:sp>
        <p:nvSpPr>
          <p:cNvPr id="141" name="Text Placeholder 18" hidden="1">
            <a:extLst>
              <a:ext uri="{FF2B5EF4-FFF2-40B4-BE49-F238E27FC236}">
                <a16:creationId xmlns:a16="http://schemas.microsoft.com/office/drawing/2014/main" id="{74300729-6F26-BF4C-84B9-420C9383BB75}"/>
              </a:ext>
            </a:extLst>
          </p:cNvPr>
          <p:cNvSpPr>
            <a:spLocks noGrp="1"/>
          </p:cNvSpPr>
          <p:nvPr>
            <p:ph type="body" sz="quarter" idx="36" hasCustomPrompt="1"/>
          </p:nvPr>
        </p:nvSpPr>
        <p:spPr>
          <a:xfrm>
            <a:off x="4383244" y="8880129"/>
            <a:ext cx="2962622" cy="439334"/>
          </a:xfrm>
        </p:spPr>
        <p:txBody>
          <a:bodyPr lIns="0" rIns="0" anchor="ctr">
            <a:normAutofit/>
          </a:bodyPr>
          <a:lstStyle>
            <a:lvl1pPr marL="0" indent="0">
              <a:buNone/>
              <a:defRPr sz="1400" b="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[www.website.com]</a:t>
            </a:r>
          </a:p>
        </p:txBody>
      </p:sp>
      <p:sp>
        <p:nvSpPr>
          <p:cNvPr id="142" name="Text Placeholder 18" hidden="1">
            <a:extLst>
              <a:ext uri="{FF2B5EF4-FFF2-40B4-BE49-F238E27FC236}">
                <a16:creationId xmlns:a16="http://schemas.microsoft.com/office/drawing/2014/main" id="{DDE57839-AE02-5A48-BA9C-A372F59A8A9A}"/>
              </a:ext>
            </a:extLst>
          </p:cNvPr>
          <p:cNvSpPr>
            <a:spLocks noGrp="1"/>
          </p:cNvSpPr>
          <p:nvPr>
            <p:ph type="body" sz="quarter" idx="37" hasCustomPrompt="1"/>
          </p:nvPr>
        </p:nvSpPr>
        <p:spPr>
          <a:xfrm>
            <a:off x="4383244" y="9425001"/>
            <a:ext cx="2962622" cy="439334"/>
          </a:xfrm>
        </p:spPr>
        <p:txBody>
          <a:bodyPr lIns="0" rIns="0" anchor="ctr">
            <a:normAutofit/>
          </a:bodyPr>
          <a:lstStyle>
            <a:lvl1pPr marL="0" indent="0">
              <a:buNone/>
              <a:defRPr sz="1400" b="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[E-mail@e-mail.com]</a:t>
            </a:r>
          </a:p>
        </p:txBody>
      </p:sp>
      <p:sp>
        <p:nvSpPr>
          <p:cNvPr id="143" name="Text Placeholder 18" hidden="1">
            <a:extLst>
              <a:ext uri="{FF2B5EF4-FFF2-40B4-BE49-F238E27FC236}">
                <a16:creationId xmlns:a16="http://schemas.microsoft.com/office/drawing/2014/main" id="{D9890AB4-F0C2-C14A-AE40-76B0671D7726}"/>
              </a:ext>
            </a:extLst>
          </p:cNvPr>
          <p:cNvSpPr>
            <a:spLocks noGrp="1"/>
          </p:cNvSpPr>
          <p:nvPr>
            <p:ph type="body" sz="quarter" idx="38" hasCustomPrompt="1"/>
          </p:nvPr>
        </p:nvSpPr>
        <p:spPr>
          <a:xfrm>
            <a:off x="4383244" y="9975957"/>
            <a:ext cx="2962622" cy="439334"/>
          </a:xfrm>
        </p:spPr>
        <p:txBody>
          <a:bodyPr lIns="0" rIns="0" anchor="ctr">
            <a:normAutofit/>
          </a:bodyPr>
          <a:lstStyle>
            <a:lvl1pPr marL="0" indent="0">
              <a:buNone/>
              <a:defRPr sz="1400" b="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[Phone Number]</a:t>
            </a:r>
          </a:p>
        </p:txBody>
      </p:sp>
      <p:sp>
        <p:nvSpPr>
          <p:cNvPr id="306" name="Text Placeholder 25" hidden="1">
            <a:extLst>
              <a:ext uri="{FF2B5EF4-FFF2-40B4-BE49-F238E27FC236}">
                <a16:creationId xmlns:a16="http://schemas.microsoft.com/office/drawing/2014/main" id="{F296C2BF-1825-2C45-A87E-72A783A27BCE}"/>
              </a:ext>
            </a:extLst>
          </p:cNvPr>
          <p:cNvSpPr>
            <a:spLocks noGrp="1"/>
          </p:cNvSpPr>
          <p:nvPr>
            <p:ph type="body" sz="quarter" idx="41" hasCustomPrompt="1"/>
          </p:nvPr>
        </p:nvSpPr>
        <p:spPr>
          <a:xfrm>
            <a:off x="5963744" y="5093190"/>
            <a:ext cx="1462937" cy="174484"/>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POWERPOINT</a:t>
            </a:r>
          </a:p>
        </p:txBody>
      </p:sp>
      <p:sp>
        <p:nvSpPr>
          <p:cNvPr id="310" name="Text Placeholder 25" hidden="1">
            <a:extLst>
              <a:ext uri="{FF2B5EF4-FFF2-40B4-BE49-F238E27FC236}">
                <a16:creationId xmlns:a16="http://schemas.microsoft.com/office/drawing/2014/main" id="{847127D0-A2CA-244C-B0BB-449CC673F06E}"/>
              </a:ext>
            </a:extLst>
          </p:cNvPr>
          <p:cNvSpPr>
            <a:spLocks noGrp="1"/>
          </p:cNvSpPr>
          <p:nvPr>
            <p:ph type="body" sz="quarter" idx="42" hasCustomPrompt="1"/>
          </p:nvPr>
        </p:nvSpPr>
        <p:spPr>
          <a:xfrm>
            <a:off x="5963744" y="5298796"/>
            <a:ext cx="1462937" cy="174484"/>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SOCIAL MEDIA</a:t>
            </a:r>
          </a:p>
        </p:txBody>
      </p:sp>
      <p:sp>
        <p:nvSpPr>
          <p:cNvPr id="312" name="Text Placeholder 25" hidden="1">
            <a:extLst>
              <a:ext uri="{FF2B5EF4-FFF2-40B4-BE49-F238E27FC236}">
                <a16:creationId xmlns:a16="http://schemas.microsoft.com/office/drawing/2014/main" id="{977FAA94-5605-AD4B-8EC7-19418B74B7FC}"/>
              </a:ext>
            </a:extLst>
          </p:cNvPr>
          <p:cNvSpPr>
            <a:spLocks noGrp="1"/>
          </p:cNvSpPr>
          <p:nvPr>
            <p:ph type="body" sz="quarter" idx="43" hasCustomPrompt="1"/>
          </p:nvPr>
        </p:nvSpPr>
        <p:spPr>
          <a:xfrm>
            <a:off x="5963744" y="5498412"/>
            <a:ext cx="1462937" cy="174484"/>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TEAM MANAGEMENT</a:t>
            </a:r>
          </a:p>
        </p:txBody>
      </p:sp>
      <p:sp>
        <p:nvSpPr>
          <p:cNvPr id="317" name="Text Placeholder 25" hidden="1">
            <a:extLst>
              <a:ext uri="{FF2B5EF4-FFF2-40B4-BE49-F238E27FC236}">
                <a16:creationId xmlns:a16="http://schemas.microsoft.com/office/drawing/2014/main" id="{55B31FD5-2D4E-FB40-8D3B-9D64BB06ACEB}"/>
              </a:ext>
            </a:extLst>
          </p:cNvPr>
          <p:cNvSpPr>
            <a:spLocks noGrp="1"/>
          </p:cNvSpPr>
          <p:nvPr>
            <p:ph type="body" sz="quarter" idx="44" hasCustomPrompt="1"/>
          </p:nvPr>
        </p:nvSpPr>
        <p:spPr>
          <a:xfrm>
            <a:off x="5963744" y="4901474"/>
            <a:ext cx="1462937" cy="174484"/>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EXCEL</a:t>
            </a:r>
          </a:p>
        </p:txBody>
      </p:sp>
      <p:sp>
        <p:nvSpPr>
          <p:cNvPr id="318" name="Text Placeholder 25" hidden="1">
            <a:extLst>
              <a:ext uri="{FF2B5EF4-FFF2-40B4-BE49-F238E27FC236}">
                <a16:creationId xmlns:a16="http://schemas.microsoft.com/office/drawing/2014/main" id="{ACC18595-C5AA-D643-9CE9-8E035BE3CBCF}"/>
              </a:ext>
            </a:extLst>
          </p:cNvPr>
          <p:cNvSpPr>
            <a:spLocks noGrp="1"/>
          </p:cNvSpPr>
          <p:nvPr>
            <p:ph type="body" sz="quarter" idx="45" hasCustomPrompt="1"/>
          </p:nvPr>
        </p:nvSpPr>
        <p:spPr>
          <a:xfrm>
            <a:off x="5963744" y="4687638"/>
            <a:ext cx="1462937" cy="174484"/>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WORD</a:t>
            </a:r>
          </a:p>
        </p:txBody>
      </p:sp>
      <p:sp>
        <p:nvSpPr>
          <p:cNvPr id="336" name="Text Placeholder 25" hidden="1">
            <a:extLst>
              <a:ext uri="{FF2B5EF4-FFF2-40B4-BE49-F238E27FC236}">
                <a16:creationId xmlns:a16="http://schemas.microsoft.com/office/drawing/2014/main" id="{8AE7172C-56DA-214E-A8DD-40FE03883127}"/>
              </a:ext>
            </a:extLst>
          </p:cNvPr>
          <p:cNvSpPr>
            <a:spLocks noGrp="1"/>
          </p:cNvSpPr>
          <p:nvPr>
            <p:ph type="body" sz="quarter" idx="46" hasCustomPrompt="1"/>
          </p:nvPr>
        </p:nvSpPr>
        <p:spPr>
          <a:xfrm>
            <a:off x="5963744" y="6295985"/>
            <a:ext cx="1462937" cy="218820"/>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ENGLISH</a:t>
            </a:r>
          </a:p>
        </p:txBody>
      </p:sp>
      <p:sp>
        <p:nvSpPr>
          <p:cNvPr id="337" name="Text Placeholder 25" hidden="1">
            <a:extLst>
              <a:ext uri="{FF2B5EF4-FFF2-40B4-BE49-F238E27FC236}">
                <a16:creationId xmlns:a16="http://schemas.microsoft.com/office/drawing/2014/main" id="{A97B1250-9241-564A-A4AB-2492DD96A3E1}"/>
              </a:ext>
            </a:extLst>
          </p:cNvPr>
          <p:cNvSpPr>
            <a:spLocks noGrp="1"/>
          </p:cNvSpPr>
          <p:nvPr>
            <p:ph type="body" sz="quarter" idx="47" hasCustomPrompt="1"/>
          </p:nvPr>
        </p:nvSpPr>
        <p:spPr>
          <a:xfrm>
            <a:off x="5963744" y="6609368"/>
            <a:ext cx="1462937" cy="218820"/>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FRENCH</a:t>
            </a:r>
          </a:p>
        </p:txBody>
      </p:sp>
      <p:sp>
        <p:nvSpPr>
          <p:cNvPr id="338" name="Text Placeholder 25" hidden="1">
            <a:extLst>
              <a:ext uri="{FF2B5EF4-FFF2-40B4-BE49-F238E27FC236}">
                <a16:creationId xmlns:a16="http://schemas.microsoft.com/office/drawing/2014/main" id="{B200B1D1-4434-5E49-8BFF-B6FF720E1DD5}"/>
              </a:ext>
            </a:extLst>
          </p:cNvPr>
          <p:cNvSpPr>
            <a:spLocks noGrp="1"/>
          </p:cNvSpPr>
          <p:nvPr>
            <p:ph type="body" sz="quarter" idx="48" hasCustomPrompt="1"/>
          </p:nvPr>
        </p:nvSpPr>
        <p:spPr>
          <a:xfrm>
            <a:off x="5963744" y="6925580"/>
            <a:ext cx="1462937" cy="218820"/>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SPANISH</a:t>
            </a:r>
          </a:p>
        </p:txBody>
      </p:sp>
      <p:sp>
        <p:nvSpPr>
          <p:cNvPr id="339" name="Text Placeholder 25" hidden="1">
            <a:extLst>
              <a:ext uri="{FF2B5EF4-FFF2-40B4-BE49-F238E27FC236}">
                <a16:creationId xmlns:a16="http://schemas.microsoft.com/office/drawing/2014/main" id="{C4DC3A9C-1AC5-5343-ACF6-AFB45AB7A464}"/>
              </a:ext>
            </a:extLst>
          </p:cNvPr>
          <p:cNvSpPr>
            <a:spLocks noGrp="1"/>
          </p:cNvSpPr>
          <p:nvPr>
            <p:ph type="body" sz="quarter" idx="49" hasCustomPrompt="1"/>
          </p:nvPr>
        </p:nvSpPr>
        <p:spPr>
          <a:xfrm>
            <a:off x="659049" y="9526649"/>
            <a:ext cx="1597897" cy="307248"/>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MANAGEMENT</a:t>
            </a:r>
          </a:p>
        </p:txBody>
      </p:sp>
      <p:sp>
        <p:nvSpPr>
          <p:cNvPr id="340" name="Text Placeholder 25" hidden="1">
            <a:extLst>
              <a:ext uri="{FF2B5EF4-FFF2-40B4-BE49-F238E27FC236}">
                <a16:creationId xmlns:a16="http://schemas.microsoft.com/office/drawing/2014/main" id="{6004AFFB-6BAF-924B-A5F2-CA7B7E10E574}"/>
              </a:ext>
            </a:extLst>
          </p:cNvPr>
          <p:cNvSpPr>
            <a:spLocks noGrp="1"/>
          </p:cNvSpPr>
          <p:nvPr>
            <p:ph type="body" sz="quarter" idx="50" hasCustomPrompt="1"/>
          </p:nvPr>
        </p:nvSpPr>
        <p:spPr>
          <a:xfrm>
            <a:off x="659049" y="9840033"/>
            <a:ext cx="1597897" cy="307248"/>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DESIGN</a:t>
            </a:r>
          </a:p>
        </p:txBody>
      </p:sp>
      <p:sp>
        <p:nvSpPr>
          <p:cNvPr id="341" name="Text Placeholder 25" hidden="1">
            <a:extLst>
              <a:ext uri="{FF2B5EF4-FFF2-40B4-BE49-F238E27FC236}">
                <a16:creationId xmlns:a16="http://schemas.microsoft.com/office/drawing/2014/main" id="{1E9B43B5-9A43-B448-95A4-FDD649321FCA}"/>
              </a:ext>
            </a:extLst>
          </p:cNvPr>
          <p:cNvSpPr>
            <a:spLocks noGrp="1"/>
          </p:cNvSpPr>
          <p:nvPr>
            <p:ph type="body" sz="quarter" idx="51" hasCustomPrompt="1"/>
          </p:nvPr>
        </p:nvSpPr>
        <p:spPr>
          <a:xfrm>
            <a:off x="659049" y="10170210"/>
            <a:ext cx="1597897" cy="279317"/>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DEVELOPMENT</a:t>
            </a:r>
          </a:p>
        </p:txBody>
      </p:sp>
      <p:sp>
        <p:nvSpPr>
          <p:cNvPr id="342" name="Text Placeholder 25" hidden="1">
            <a:extLst>
              <a:ext uri="{FF2B5EF4-FFF2-40B4-BE49-F238E27FC236}">
                <a16:creationId xmlns:a16="http://schemas.microsoft.com/office/drawing/2014/main" id="{1ACF054A-3D21-D642-B4C6-DB5BDAC19274}"/>
              </a:ext>
            </a:extLst>
          </p:cNvPr>
          <p:cNvSpPr>
            <a:spLocks noGrp="1"/>
          </p:cNvSpPr>
          <p:nvPr>
            <p:ph type="body" sz="quarter" idx="52" hasCustomPrompt="1"/>
          </p:nvPr>
        </p:nvSpPr>
        <p:spPr>
          <a:xfrm>
            <a:off x="659049" y="8879303"/>
            <a:ext cx="1597897" cy="337973"/>
          </a:xfrm>
        </p:spPr>
        <p:txBody>
          <a:bodyPr lIns="0" rIns="0" anchor="ctr">
            <a:noAutofit/>
          </a:bodyPr>
          <a:lstStyle>
            <a:lvl1pPr marL="0" indent="0">
              <a:buNone/>
              <a:defRPr sz="1200">
                <a:solidFill>
                  <a:schemeClr val="bg1"/>
                </a:solidFill>
                <a:latin typeface="+mn-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ABILITIES</a:t>
            </a:r>
          </a:p>
        </p:txBody>
      </p:sp>
      <p:sp>
        <p:nvSpPr>
          <p:cNvPr id="343" name="Text Placeholder 25" hidden="1">
            <a:extLst>
              <a:ext uri="{FF2B5EF4-FFF2-40B4-BE49-F238E27FC236}">
                <a16:creationId xmlns:a16="http://schemas.microsoft.com/office/drawing/2014/main" id="{7C941C70-D057-D04B-BD74-348163471A70}"/>
              </a:ext>
            </a:extLst>
          </p:cNvPr>
          <p:cNvSpPr>
            <a:spLocks noGrp="1"/>
          </p:cNvSpPr>
          <p:nvPr>
            <p:ph type="body" sz="quarter" idx="53" hasCustomPrompt="1"/>
          </p:nvPr>
        </p:nvSpPr>
        <p:spPr>
          <a:xfrm>
            <a:off x="659049" y="9211556"/>
            <a:ext cx="1597897" cy="307248"/>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MARKETING</a:t>
            </a:r>
          </a:p>
        </p:txBody>
      </p:sp>
      <p:sp>
        <p:nvSpPr>
          <p:cNvPr id="344" name="Text Placeholder 25" hidden="1">
            <a:extLst>
              <a:ext uri="{FF2B5EF4-FFF2-40B4-BE49-F238E27FC236}">
                <a16:creationId xmlns:a16="http://schemas.microsoft.com/office/drawing/2014/main" id="{CF61B5C1-8C61-1143-9083-AD58E1C749FA}"/>
              </a:ext>
            </a:extLst>
          </p:cNvPr>
          <p:cNvSpPr>
            <a:spLocks noGrp="1"/>
          </p:cNvSpPr>
          <p:nvPr>
            <p:ph type="body" sz="quarter" idx="54" hasCustomPrompt="1"/>
          </p:nvPr>
        </p:nvSpPr>
        <p:spPr>
          <a:xfrm>
            <a:off x="2308444" y="9542074"/>
            <a:ext cx="1174342" cy="267873"/>
          </a:xfrm>
        </p:spPr>
        <p:txBody>
          <a:bodyPr lIns="0" rIns="0" anchor="ctr">
            <a:noAutofit/>
          </a:bodyPr>
          <a:lstStyle>
            <a:lvl1pPr marL="0" indent="0" algn="ctr">
              <a:buNone/>
              <a:defRPr sz="1400" b="1">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10</a:t>
            </a:r>
          </a:p>
        </p:txBody>
      </p:sp>
      <p:sp>
        <p:nvSpPr>
          <p:cNvPr id="345" name="Text Placeholder 25" hidden="1">
            <a:extLst>
              <a:ext uri="{FF2B5EF4-FFF2-40B4-BE49-F238E27FC236}">
                <a16:creationId xmlns:a16="http://schemas.microsoft.com/office/drawing/2014/main" id="{0B7D9C94-0A2C-3B4E-8B05-B7547A9A0E78}"/>
              </a:ext>
            </a:extLst>
          </p:cNvPr>
          <p:cNvSpPr>
            <a:spLocks noGrp="1"/>
          </p:cNvSpPr>
          <p:nvPr>
            <p:ph type="body" sz="quarter" idx="55" hasCustomPrompt="1"/>
          </p:nvPr>
        </p:nvSpPr>
        <p:spPr>
          <a:xfrm>
            <a:off x="2308444" y="9864684"/>
            <a:ext cx="1174342" cy="267873"/>
          </a:xfrm>
        </p:spPr>
        <p:txBody>
          <a:bodyPr lIns="0" rIns="0" anchor="ctr">
            <a:noAutofit/>
          </a:bodyPr>
          <a:lstStyle>
            <a:lvl1pPr marL="0" indent="0" algn="ctr">
              <a:buNone/>
              <a:defRPr sz="1400" b="1">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7</a:t>
            </a:r>
          </a:p>
        </p:txBody>
      </p:sp>
      <p:sp>
        <p:nvSpPr>
          <p:cNvPr id="346" name="Text Placeholder 25" hidden="1">
            <a:extLst>
              <a:ext uri="{FF2B5EF4-FFF2-40B4-BE49-F238E27FC236}">
                <a16:creationId xmlns:a16="http://schemas.microsoft.com/office/drawing/2014/main" id="{CCE3AE9C-BC12-B743-BF3F-A8308EFB290C}"/>
              </a:ext>
            </a:extLst>
          </p:cNvPr>
          <p:cNvSpPr>
            <a:spLocks noGrp="1"/>
          </p:cNvSpPr>
          <p:nvPr>
            <p:ph type="body" sz="quarter" idx="56" hasCustomPrompt="1"/>
          </p:nvPr>
        </p:nvSpPr>
        <p:spPr>
          <a:xfrm>
            <a:off x="2308444" y="10171423"/>
            <a:ext cx="1174342" cy="267873"/>
          </a:xfrm>
        </p:spPr>
        <p:txBody>
          <a:bodyPr lIns="0" rIns="0" anchor="ctr">
            <a:noAutofit/>
          </a:bodyPr>
          <a:lstStyle>
            <a:lvl1pPr marL="0" indent="0" algn="ctr">
              <a:buNone/>
              <a:defRPr sz="1400" b="1">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3.5</a:t>
            </a:r>
          </a:p>
        </p:txBody>
      </p:sp>
      <p:sp>
        <p:nvSpPr>
          <p:cNvPr id="347" name="Text Placeholder 25" hidden="1">
            <a:extLst>
              <a:ext uri="{FF2B5EF4-FFF2-40B4-BE49-F238E27FC236}">
                <a16:creationId xmlns:a16="http://schemas.microsoft.com/office/drawing/2014/main" id="{F1D2929D-A8D7-274A-A253-E4556D470E75}"/>
              </a:ext>
            </a:extLst>
          </p:cNvPr>
          <p:cNvSpPr>
            <a:spLocks noGrp="1"/>
          </p:cNvSpPr>
          <p:nvPr>
            <p:ph type="body" sz="quarter" idx="57" hasCustomPrompt="1"/>
          </p:nvPr>
        </p:nvSpPr>
        <p:spPr>
          <a:xfrm>
            <a:off x="2308444" y="9243446"/>
            <a:ext cx="1174342" cy="267873"/>
          </a:xfrm>
        </p:spPr>
        <p:txBody>
          <a:bodyPr lIns="0" rIns="0" anchor="ctr">
            <a:noAutofit/>
          </a:bodyPr>
          <a:lstStyle>
            <a:lvl1pPr marL="0" indent="0" algn="ctr">
              <a:buNone/>
              <a:defRPr sz="1400" b="1">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8</a:t>
            </a:r>
          </a:p>
        </p:txBody>
      </p:sp>
      <p:sp>
        <p:nvSpPr>
          <p:cNvPr id="348" name="Text Placeholder 25" hidden="1">
            <a:extLst>
              <a:ext uri="{FF2B5EF4-FFF2-40B4-BE49-F238E27FC236}">
                <a16:creationId xmlns:a16="http://schemas.microsoft.com/office/drawing/2014/main" id="{E4C42072-2D54-8942-9963-4138F93D9F7A}"/>
              </a:ext>
            </a:extLst>
          </p:cNvPr>
          <p:cNvSpPr>
            <a:spLocks noGrp="1"/>
          </p:cNvSpPr>
          <p:nvPr>
            <p:ph type="body" sz="quarter" idx="58" hasCustomPrompt="1"/>
          </p:nvPr>
        </p:nvSpPr>
        <p:spPr>
          <a:xfrm>
            <a:off x="2308846" y="8879303"/>
            <a:ext cx="1203730" cy="345881"/>
          </a:xfrm>
        </p:spPr>
        <p:txBody>
          <a:bodyPr lIns="0" rIns="0" anchor="ctr">
            <a:noAutofit/>
          </a:bodyPr>
          <a:lstStyle>
            <a:lvl1pPr marL="0" indent="0" algn="ctr">
              <a:buNone/>
              <a:defRPr sz="1000">
                <a:solidFill>
                  <a:schemeClr val="bg1"/>
                </a:solidFill>
                <a:latin typeface="+mn-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YEARS OF EXPERIENCE</a:t>
            </a:r>
          </a:p>
        </p:txBody>
      </p:sp>
      <p:cxnSp>
        <p:nvCxnSpPr>
          <p:cNvPr id="355" name="Straight Connector 354" hidden="1">
            <a:extLst>
              <a:ext uri="{FF2B5EF4-FFF2-40B4-BE49-F238E27FC236}">
                <a16:creationId xmlns:a16="http://schemas.microsoft.com/office/drawing/2014/main" id="{DF98499B-F2A5-CA4E-943A-53F88D825970}"/>
              </a:ext>
            </a:extLst>
          </p:cNvPr>
          <p:cNvCxnSpPr>
            <a:cxnSpLocks/>
          </p:cNvCxnSpPr>
          <p:nvPr userDrawn="1"/>
        </p:nvCxnSpPr>
        <p:spPr>
          <a:xfrm>
            <a:off x="0" y="1311543"/>
            <a:ext cx="755967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1" name="Text Placeholder 60" hidden="1">
            <a:extLst>
              <a:ext uri="{FF2B5EF4-FFF2-40B4-BE49-F238E27FC236}">
                <a16:creationId xmlns:a16="http://schemas.microsoft.com/office/drawing/2014/main" id="{17521193-60AC-664A-A033-8AA4404C6AAF}"/>
              </a:ext>
            </a:extLst>
          </p:cNvPr>
          <p:cNvSpPr>
            <a:spLocks noGrp="1"/>
          </p:cNvSpPr>
          <p:nvPr>
            <p:ph type="body" sz="quarter" idx="59" hasCustomPrompt="1"/>
          </p:nvPr>
        </p:nvSpPr>
        <p:spPr>
          <a:xfrm>
            <a:off x="3819317" y="1340189"/>
            <a:ext cx="2934705" cy="351374"/>
          </a:xfrm>
        </p:spPr>
        <p:txBody>
          <a:bodyPr lIns="0" anchor="ctr">
            <a:noAutofit/>
          </a:bodyPr>
          <a:lstStyle>
            <a:lvl1pPr marL="0" indent="0">
              <a:buNone/>
              <a:defRPr sz="120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noProof="0"/>
              <a:t>INTERNATIONAL EXPERIENCE</a:t>
            </a:r>
          </a:p>
        </p:txBody>
      </p:sp>
      <p:sp>
        <p:nvSpPr>
          <p:cNvPr id="359" name="Text Placeholder 60" hidden="1">
            <a:extLst>
              <a:ext uri="{FF2B5EF4-FFF2-40B4-BE49-F238E27FC236}">
                <a16:creationId xmlns:a16="http://schemas.microsoft.com/office/drawing/2014/main" id="{412CE960-3495-1F42-80A3-840D05EC91C6}"/>
              </a:ext>
            </a:extLst>
          </p:cNvPr>
          <p:cNvSpPr>
            <a:spLocks noGrp="1"/>
          </p:cNvSpPr>
          <p:nvPr>
            <p:ph type="body" sz="quarter" idx="60" hasCustomPrompt="1"/>
          </p:nvPr>
        </p:nvSpPr>
        <p:spPr>
          <a:xfrm>
            <a:off x="3819317" y="4235204"/>
            <a:ext cx="2934705" cy="351374"/>
          </a:xfrm>
        </p:spPr>
        <p:txBody>
          <a:bodyPr lIns="0" anchor="ctr">
            <a:noAutofit/>
          </a:bodyPr>
          <a:lstStyle>
            <a:lvl1pPr marL="0" indent="0">
              <a:buNone/>
              <a:defRPr sz="120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noProof="0"/>
              <a:t>SKILLS</a:t>
            </a:r>
          </a:p>
        </p:txBody>
      </p:sp>
      <p:sp>
        <p:nvSpPr>
          <p:cNvPr id="360" name="Text Placeholder 60" hidden="1">
            <a:extLst>
              <a:ext uri="{FF2B5EF4-FFF2-40B4-BE49-F238E27FC236}">
                <a16:creationId xmlns:a16="http://schemas.microsoft.com/office/drawing/2014/main" id="{08F6B783-82B6-B242-AA40-D9F7AE3B8CEC}"/>
              </a:ext>
            </a:extLst>
          </p:cNvPr>
          <p:cNvSpPr>
            <a:spLocks noGrp="1"/>
          </p:cNvSpPr>
          <p:nvPr>
            <p:ph type="body" sz="quarter" idx="61" hasCustomPrompt="1"/>
          </p:nvPr>
        </p:nvSpPr>
        <p:spPr>
          <a:xfrm>
            <a:off x="3819317" y="5863650"/>
            <a:ext cx="2934705" cy="351374"/>
          </a:xfrm>
        </p:spPr>
        <p:txBody>
          <a:bodyPr lIns="0" anchor="ctr">
            <a:noAutofit/>
          </a:bodyPr>
          <a:lstStyle>
            <a:lvl1pPr marL="0" indent="0">
              <a:buNone/>
              <a:defRPr sz="120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noProof="0"/>
              <a:t>LANGUAGES</a:t>
            </a:r>
          </a:p>
        </p:txBody>
      </p:sp>
    </p:spTree>
    <p:extLst>
      <p:ext uri="{BB962C8B-B14F-4D97-AF65-F5344CB8AC3E}">
        <p14:creationId xmlns:p14="http://schemas.microsoft.com/office/powerpoint/2010/main" val="2072580236"/>
      </p:ext>
    </p:extLst>
  </p:cSld>
  <p:clrMapOvr>
    <a:masterClrMapping/>
  </p:clrMapOvr>
  <p:extLst>
    <p:ext uri="{DCECCB84-F9BA-43D5-87BE-67443E8EF086}">
      <p15:sldGuideLst xmlns:p15="http://schemas.microsoft.com/office/powerpoint/2012/main">
        <p15:guide id="1" orient="horz" pos="3368" userDrawn="1">
          <p15:clr>
            <a:srgbClr val="FBAE40"/>
          </p15:clr>
        </p15:guide>
        <p15:guide id="2" pos="2381"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9" y="569244"/>
            <a:ext cx="6520220" cy="206658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9" y="2846201"/>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30"/>
            <a:ext cx="1700927" cy="569240"/>
          </a:xfrm>
          <a:prstGeom prst="rect">
            <a:avLst/>
          </a:prstGeom>
        </p:spPr>
        <p:txBody>
          <a:bodyPr vert="horz" lIns="91440" tIns="45720" rIns="91440" bIns="45720" rtlCol="0" anchor="ctr"/>
          <a:lstStyle>
            <a:lvl1pPr algn="l">
              <a:defRPr sz="900">
                <a:solidFill>
                  <a:schemeClr val="tx1">
                    <a:tint val="75000"/>
                  </a:schemeClr>
                </a:solidFill>
              </a:defRPr>
            </a:lvl1pPr>
          </a:lstStyle>
          <a:p>
            <a:fld id="{612E597E-2F4F-2747-A9DF-6BACAD15E325}" type="datetimeFigureOut">
              <a:rPr lang="en-US" smtClean="0"/>
              <a:t>1/15/2026</a:t>
            </a:fld>
            <a:endParaRPr lang="en-US" dirty="0"/>
          </a:p>
        </p:txBody>
      </p:sp>
      <p:sp>
        <p:nvSpPr>
          <p:cNvPr id="5" name="Footer Placeholder 4"/>
          <p:cNvSpPr>
            <a:spLocks noGrp="1"/>
          </p:cNvSpPr>
          <p:nvPr>
            <p:ph type="ftr" sz="quarter" idx="3"/>
          </p:nvPr>
        </p:nvSpPr>
        <p:spPr>
          <a:xfrm>
            <a:off x="2504144" y="9909730"/>
            <a:ext cx="2551390" cy="569240"/>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39021" y="9909730"/>
            <a:ext cx="1700927" cy="569240"/>
          </a:xfrm>
          <a:prstGeom prst="rect">
            <a:avLst/>
          </a:prstGeom>
        </p:spPr>
        <p:txBody>
          <a:bodyPr vert="horz" lIns="91440" tIns="45720" rIns="91440" bIns="45720" rtlCol="0" anchor="ctr"/>
          <a:lstStyle>
            <a:lvl1pPr algn="r">
              <a:defRPr sz="900">
                <a:solidFill>
                  <a:schemeClr val="tx1">
                    <a:tint val="75000"/>
                  </a:schemeClr>
                </a:solidFill>
              </a:defRPr>
            </a:lvl1pPr>
          </a:lstStyle>
          <a:p>
            <a:fld id="{66FD580D-DD1F-2749-85C8-F9883E4B5E50}" type="slidenum">
              <a:rPr lang="en-US" smtClean="0"/>
              <a:t>‹#›</a:t>
            </a:fld>
            <a:endParaRPr lang="en-US" dirty="0"/>
          </a:p>
        </p:txBody>
      </p:sp>
    </p:spTree>
    <p:extLst>
      <p:ext uri="{BB962C8B-B14F-4D97-AF65-F5344CB8AC3E}">
        <p14:creationId xmlns:p14="http://schemas.microsoft.com/office/powerpoint/2010/main" val="4086918882"/>
      </p:ext>
    </p:extLst>
  </p:cSld>
  <p:clrMap bg1="lt1" tx1="dk1" bg2="lt2" tx2="dk2" accent1="accent1" accent2="accent2" accent3="accent3" accent4="accent4" accent5="accent5" accent6="accent6" hlink="hlink" folHlink="folHlink"/>
  <p:sldLayoutIdLst>
    <p:sldLayoutId id="2147483674" r:id="rId1"/>
    <p:sldLayoutId id="2147483673"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philtel.co.il/" TargetMode="External"/><Relationship Id="rId2" Type="http://schemas.openxmlformats.org/officeDocument/2006/relationships/hyperlink" Target="https://www.linkedin.com/in/InonBaasov" TargetMode="External"/><Relationship Id="rId1" Type="http://schemas.openxmlformats.org/officeDocument/2006/relationships/slideLayout" Target="../slideLayouts/slideLayout1.xml"/><Relationship Id="rId4" Type="http://schemas.openxmlformats.org/officeDocument/2006/relationships/hyperlink" Target="https://www.blau-ps.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3" name="Text Placeholder 72">
            <a:extLst>
              <a:ext uri="{FF2B5EF4-FFF2-40B4-BE49-F238E27FC236}">
                <a16:creationId xmlns:a16="http://schemas.microsoft.com/office/drawing/2014/main" id="{2FD50699-45B5-88EC-1B42-E5597AB067CD}"/>
              </a:ext>
            </a:extLst>
          </p:cNvPr>
          <p:cNvSpPr>
            <a:spLocks noGrp="1"/>
          </p:cNvSpPr>
          <p:nvPr>
            <p:ph type="body" sz="quarter" idx="39"/>
          </p:nvPr>
        </p:nvSpPr>
        <p:spPr>
          <a:xfrm>
            <a:off x="1387159" y="921338"/>
            <a:ext cx="1379219" cy="227110"/>
          </a:xfrm>
        </p:spPr>
        <p:txBody>
          <a:bodyPr/>
          <a:lstStyle/>
          <a:p>
            <a:r>
              <a:rPr lang="en-US" dirty="0">
                <a:latin typeface="Overpass" pitchFamily="2" charset="0"/>
                <a:ea typeface="Tahoma" panose="020B0604030504040204" pitchFamily="34" charset="0"/>
                <a:cs typeface="Tahoma" panose="020B0604030504040204" pitchFamily="34" charset="0"/>
              </a:rPr>
              <a:t>+972-54-444-5856</a:t>
            </a:r>
          </a:p>
        </p:txBody>
      </p:sp>
      <p:sp>
        <p:nvSpPr>
          <p:cNvPr id="75" name="Text Placeholder 74">
            <a:extLst>
              <a:ext uri="{FF2B5EF4-FFF2-40B4-BE49-F238E27FC236}">
                <a16:creationId xmlns:a16="http://schemas.microsoft.com/office/drawing/2014/main" id="{23DA089B-1D05-556D-253C-262F0FA50B68}"/>
              </a:ext>
            </a:extLst>
          </p:cNvPr>
          <p:cNvSpPr>
            <a:spLocks noGrp="1"/>
          </p:cNvSpPr>
          <p:nvPr>
            <p:ph type="body" sz="quarter" idx="41"/>
          </p:nvPr>
        </p:nvSpPr>
        <p:spPr>
          <a:xfrm>
            <a:off x="4721204" y="922732"/>
            <a:ext cx="1451313" cy="207705"/>
          </a:xfrm>
        </p:spPr>
        <p:txBody>
          <a:bodyPr/>
          <a:lstStyle/>
          <a:p>
            <a:r>
              <a:rPr lang="en-US" dirty="0">
                <a:latin typeface="Overpass" pitchFamily="2" charset="0"/>
                <a:ea typeface="Tahoma" panose="020B0604030504040204" pitchFamily="34" charset="0"/>
                <a:cs typeface="Tahoma" panose="020B0604030504040204" pitchFamily="34" charset="0"/>
                <a:hlinkClick r:id="rId2">
                  <a:extLst>
                    <a:ext uri="{A12FA001-AC4F-418D-AE19-62706E023703}">
                      <ahyp:hlinkClr xmlns:ahyp="http://schemas.microsoft.com/office/drawing/2018/hyperlinkcolor" val="tx"/>
                    </a:ext>
                  </a:extLst>
                </a:hlinkClick>
              </a:rPr>
              <a:t>LinkedIn </a:t>
            </a:r>
            <a:r>
              <a:rPr lang="en-US" dirty="0" err="1">
                <a:latin typeface="Overpass" pitchFamily="2" charset="0"/>
                <a:ea typeface="Tahoma" panose="020B0604030504040204" pitchFamily="34" charset="0"/>
                <a:cs typeface="Tahoma" panose="020B0604030504040204" pitchFamily="34" charset="0"/>
                <a:hlinkClick r:id="rId2">
                  <a:extLst>
                    <a:ext uri="{A12FA001-AC4F-418D-AE19-62706E023703}">
                      <ahyp:hlinkClr xmlns:ahyp="http://schemas.microsoft.com/office/drawing/2018/hyperlinkcolor" val="tx"/>
                    </a:ext>
                  </a:extLst>
                </a:hlinkClick>
              </a:rPr>
              <a:t>inonbaasov</a:t>
            </a:r>
            <a:endParaRPr lang="en-US" dirty="0">
              <a:latin typeface="Overpass" pitchFamily="2" charset="0"/>
              <a:ea typeface="Tahoma" panose="020B0604030504040204" pitchFamily="34" charset="0"/>
              <a:cs typeface="Tahoma" panose="020B0604030504040204" pitchFamily="34" charset="0"/>
            </a:endParaRPr>
          </a:p>
          <a:p>
            <a:endParaRPr lang="en-US" dirty="0">
              <a:latin typeface="Overpass" pitchFamily="2" charset="0"/>
              <a:ea typeface="Tahoma" panose="020B0604030504040204" pitchFamily="34" charset="0"/>
              <a:cs typeface="Tahoma" panose="020B0604030504040204" pitchFamily="34" charset="0"/>
            </a:endParaRPr>
          </a:p>
        </p:txBody>
      </p:sp>
      <p:sp>
        <p:nvSpPr>
          <p:cNvPr id="3" name="Title 2">
            <a:extLst>
              <a:ext uri="{FF2B5EF4-FFF2-40B4-BE49-F238E27FC236}">
                <a16:creationId xmlns:a16="http://schemas.microsoft.com/office/drawing/2014/main" id="{550F18B5-1245-2B4C-AA47-F39938FA615F}"/>
              </a:ext>
            </a:extLst>
          </p:cNvPr>
          <p:cNvSpPr>
            <a:spLocks noGrp="1"/>
          </p:cNvSpPr>
          <p:nvPr>
            <p:ph type="title"/>
          </p:nvPr>
        </p:nvSpPr>
        <p:spPr>
          <a:xfrm>
            <a:off x="349865" y="513374"/>
            <a:ext cx="6858000" cy="502338"/>
          </a:xfrm>
        </p:spPr>
        <p:txBody>
          <a:bodyPr>
            <a:normAutofit/>
          </a:bodyPr>
          <a:lstStyle/>
          <a:p>
            <a:pPr algn="ctr"/>
            <a:r>
              <a:rPr lang="en-US" sz="2400" dirty="0">
                <a:solidFill>
                  <a:schemeClr val="tx1"/>
                </a:solidFill>
                <a:latin typeface="Overpass" pitchFamily="2" charset="0"/>
                <a:ea typeface="Tahoma" panose="020B0604030504040204" pitchFamily="34" charset="0"/>
                <a:cs typeface="Tahoma" panose="020B0604030504040204" pitchFamily="34" charset="0"/>
              </a:rPr>
              <a:t>INON BAASOV</a:t>
            </a:r>
            <a:endParaRPr lang="en-IL" sz="2400" dirty="0">
              <a:solidFill>
                <a:schemeClr val="tx1"/>
              </a:solidFill>
              <a:latin typeface="Overpass" pitchFamily="2" charset="0"/>
              <a:ea typeface="Tahoma" panose="020B0604030504040204" pitchFamily="34" charset="0"/>
              <a:cs typeface="Tahoma" panose="020B0604030504040204" pitchFamily="34" charset="0"/>
            </a:endParaRPr>
          </a:p>
        </p:txBody>
      </p:sp>
      <p:sp>
        <p:nvSpPr>
          <p:cNvPr id="74" name="Text Placeholder 73">
            <a:extLst>
              <a:ext uri="{FF2B5EF4-FFF2-40B4-BE49-F238E27FC236}">
                <a16:creationId xmlns:a16="http://schemas.microsoft.com/office/drawing/2014/main" id="{132E1DF2-8DF7-6940-4374-52DB65EC3761}"/>
              </a:ext>
            </a:extLst>
          </p:cNvPr>
          <p:cNvSpPr>
            <a:spLocks noGrp="1"/>
          </p:cNvSpPr>
          <p:nvPr>
            <p:ph type="body" sz="quarter" idx="40"/>
          </p:nvPr>
        </p:nvSpPr>
        <p:spPr>
          <a:xfrm>
            <a:off x="3031102" y="922284"/>
            <a:ext cx="1545026" cy="207705"/>
          </a:xfrm>
        </p:spPr>
        <p:txBody>
          <a:bodyPr/>
          <a:lstStyle/>
          <a:p>
            <a:r>
              <a:rPr lang="en-US" dirty="0">
                <a:latin typeface="Overpass" pitchFamily="2" charset="0"/>
                <a:ea typeface="Tahoma" panose="020B0604030504040204" pitchFamily="34" charset="0"/>
                <a:cs typeface="Tahoma" panose="020B0604030504040204" pitchFamily="34" charset="0"/>
              </a:rPr>
              <a:t>Inonbaasov@gmail.com</a:t>
            </a:r>
          </a:p>
          <a:p>
            <a:r>
              <a:rPr lang="en-US" dirty="0">
                <a:latin typeface="Overpass" pitchFamily="2" charset="0"/>
                <a:ea typeface="Tahoma" panose="020B0604030504040204" pitchFamily="34" charset="0"/>
                <a:cs typeface="Tahoma" panose="020B0604030504040204" pitchFamily="34" charset="0"/>
              </a:rPr>
              <a:t>	</a:t>
            </a:r>
          </a:p>
        </p:txBody>
      </p:sp>
      <p:grpSp>
        <p:nvGrpSpPr>
          <p:cNvPr id="236" name="Group 235">
            <a:extLst>
              <a:ext uri="{FF2B5EF4-FFF2-40B4-BE49-F238E27FC236}">
                <a16:creationId xmlns:a16="http://schemas.microsoft.com/office/drawing/2014/main" id="{BA846034-E5B0-1F9D-ABEB-DA7831B54ABD}"/>
              </a:ext>
            </a:extLst>
          </p:cNvPr>
          <p:cNvGrpSpPr/>
          <p:nvPr/>
        </p:nvGrpSpPr>
        <p:grpSpPr>
          <a:xfrm>
            <a:off x="466520" y="8940827"/>
            <a:ext cx="6645792" cy="936311"/>
            <a:chOff x="93673" y="1854031"/>
            <a:chExt cx="2936874" cy="349897"/>
          </a:xfrm>
        </p:grpSpPr>
        <p:sp>
          <p:nvSpPr>
            <p:cNvPr id="174" name="Text Placeholder 71">
              <a:extLst>
                <a:ext uri="{FF2B5EF4-FFF2-40B4-BE49-F238E27FC236}">
                  <a16:creationId xmlns:a16="http://schemas.microsoft.com/office/drawing/2014/main" id="{67D1E309-1ED9-E676-89A4-61C198105A97}"/>
                </a:ext>
              </a:extLst>
            </p:cNvPr>
            <p:cNvSpPr txBox="1">
              <a:spLocks/>
            </p:cNvSpPr>
            <p:nvPr/>
          </p:nvSpPr>
          <p:spPr>
            <a:xfrm>
              <a:off x="93673" y="1924991"/>
              <a:ext cx="2936874" cy="278937"/>
            </a:xfrm>
            <a:prstGeom prst="rect">
              <a:avLst/>
            </a:prstGeom>
          </p:spPr>
          <p:txBody>
            <a:bodyPr vert="horz" lIns="0" tIns="0" rIns="0" bIns="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87313" indent="-87313">
                <a:lnSpc>
                  <a:spcPts val="1300"/>
                </a:lnSpc>
                <a:spcBef>
                  <a:spcPts val="200"/>
                </a:spcBef>
                <a:buFont typeface="Arial" panose="020B0604020202020204" pitchFamily="34" charset="0"/>
                <a:buChar char="•"/>
              </a:pPr>
              <a:r>
                <a:rPr lang="en-US" sz="1200" b="1" dirty="0">
                  <a:latin typeface="Overpass" pitchFamily="2" charset="0"/>
                  <a:ea typeface="Tahoma" panose="020B0604030504040204" pitchFamily="34" charset="0"/>
                  <a:cs typeface="Tahoma" panose="020B0604030504040204" pitchFamily="34" charset="0"/>
                </a:rPr>
                <a:t>Executive MBA </a:t>
              </a:r>
              <a:r>
                <a:rPr lang="en-US" sz="1100" dirty="0">
                  <a:latin typeface="Overpass" pitchFamily="2" charset="0"/>
                  <a:ea typeface="Tahoma" panose="020B0604030504040204" pitchFamily="34" charset="0"/>
                  <a:cs typeface="Tahoma" panose="020B0604030504040204" pitchFamily="34" charset="0"/>
                </a:rPr>
                <a:t>(Entrepreneurship &amp; High-Tech Management), </a:t>
              </a:r>
              <a:r>
                <a:rPr lang="en-US" sz="1100" b="1" dirty="0">
                  <a:latin typeface="Overpass" pitchFamily="2" charset="0"/>
                  <a:ea typeface="Tahoma" panose="020B0604030504040204" pitchFamily="34" charset="0"/>
                  <a:cs typeface="Tahoma" panose="020B0604030504040204" pitchFamily="34" charset="0"/>
                </a:rPr>
                <a:t>Technion </a:t>
              </a:r>
              <a:r>
                <a:rPr lang="en-US" sz="1100" dirty="0">
                  <a:latin typeface="Overpass" pitchFamily="2" charset="0"/>
                  <a:ea typeface="Tahoma" panose="020B0604030504040204" pitchFamily="34" charset="0"/>
                  <a:cs typeface="Tahoma" panose="020B0604030504040204" pitchFamily="34" charset="0"/>
                </a:rPr>
                <a:t>– Israel Institute of Technology </a:t>
              </a:r>
              <a:r>
                <a:rPr lang="en-US" sz="1100" b="1" dirty="0">
                  <a:latin typeface="Overpass" pitchFamily="2" charset="0"/>
                  <a:ea typeface="Tahoma" panose="020B0604030504040204" pitchFamily="34" charset="0"/>
                  <a:cs typeface="Tahoma" panose="020B0604030504040204" pitchFamily="34" charset="0"/>
                </a:rPr>
                <a:t>| </a:t>
              </a:r>
              <a:r>
                <a:rPr lang="en-US" sz="1200" b="1" dirty="0">
                  <a:latin typeface="Overpass" pitchFamily="2" charset="0"/>
                  <a:ea typeface="Tahoma" panose="020B0604030504040204" pitchFamily="34" charset="0"/>
                  <a:cs typeface="Tahoma" panose="020B0604030504040204" pitchFamily="34" charset="0"/>
                </a:rPr>
                <a:t>2016–2018</a:t>
              </a:r>
            </a:p>
            <a:p>
              <a:pPr marL="87313" indent="-87313">
                <a:lnSpc>
                  <a:spcPts val="1300"/>
                </a:lnSpc>
                <a:spcBef>
                  <a:spcPts val="200"/>
                </a:spcBef>
                <a:buFont typeface="Arial" panose="020B0604020202020204" pitchFamily="34" charset="0"/>
                <a:buChar char="•"/>
              </a:pPr>
              <a:r>
                <a:rPr lang="en-US" sz="1200" b="1" dirty="0">
                  <a:latin typeface="Overpass" pitchFamily="2" charset="0"/>
                  <a:ea typeface="Tahoma" panose="020B0604030504040204" pitchFamily="34" charset="0"/>
                  <a:cs typeface="Tahoma" panose="020B0604030504040204" pitchFamily="34" charset="0"/>
                </a:rPr>
                <a:t>B.Sc., Biotechnology &amp; Food Engineering</a:t>
              </a:r>
              <a:r>
                <a:rPr lang="en-US" sz="1100" b="1" dirty="0">
                  <a:latin typeface="Overpass" pitchFamily="2" charset="0"/>
                  <a:ea typeface="Tahoma" panose="020B0604030504040204" pitchFamily="34" charset="0"/>
                  <a:cs typeface="Tahoma" panose="020B0604030504040204" pitchFamily="34" charset="0"/>
                </a:rPr>
                <a:t>, Technion </a:t>
              </a:r>
              <a:r>
                <a:rPr lang="en-US" sz="1100" dirty="0">
                  <a:latin typeface="Overpass" pitchFamily="2" charset="0"/>
                  <a:ea typeface="Tahoma" panose="020B0604030504040204" pitchFamily="34" charset="0"/>
                  <a:cs typeface="Tahoma" panose="020B0604030504040204" pitchFamily="34" charset="0"/>
                </a:rPr>
                <a:t>– Israel Institute of Technology </a:t>
              </a:r>
              <a:r>
                <a:rPr lang="en-US" sz="1100" b="1" dirty="0">
                  <a:latin typeface="Overpass" pitchFamily="2" charset="0"/>
                  <a:ea typeface="Tahoma" panose="020B0604030504040204" pitchFamily="34" charset="0"/>
                  <a:cs typeface="Tahoma" panose="020B0604030504040204" pitchFamily="34" charset="0"/>
                </a:rPr>
                <a:t>|</a:t>
              </a:r>
              <a:r>
                <a:rPr lang="en-US" sz="1100" dirty="0">
                  <a:latin typeface="Overpass" pitchFamily="2" charset="0"/>
                  <a:ea typeface="Tahoma" panose="020B0604030504040204" pitchFamily="34" charset="0"/>
                  <a:cs typeface="Tahoma" panose="020B0604030504040204" pitchFamily="34" charset="0"/>
                </a:rPr>
                <a:t> </a:t>
              </a:r>
              <a:r>
                <a:rPr lang="en-US" sz="1200" b="1" dirty="0">
                  <a:latin typeface="Overpass" pitchFamily="2" charset="0"/>
                  <a:ea typeface="Tahoma" panose="020B0604030504040204" pitchFamily="34" charset="0"/>
                  <a:cs typeface="Tahoma" panose="020B0604030504040204" pitchFamily="34" charset="0"/>
                </a:rPr>
                <a:t>2005–2008</a:t>
              </a:r>
              <a:endParaRPr lang="en-US" sz="1100" b="1" dirty="0">
                <a:latin typeface="Overpass" pitchFamily="2" charset="0"/>
                <a:ea typeface="Tahoma" panose="020B0604030504040204" pitchFamily="34" charset="0"/>
                <a:cs typeface="Tahoma" panose="020B0604030504040204" pitchFamily="34" charset="0"/>
              </a:endParaRPr>
            </a:p>
            <a:p>
              <a:pPr marL="87313" indent="-87313">
                <a:lnSpc>
                  <a:spcPts val="1300"/>
                </a:lnSpc>
                <a:spcBef>
                  <a:spcPts val="200"/>
                </a:spcBef>
                <a:buFont typeface="Arial" panose="020B0604020202020204" pitchFamily="34" charset="0"/>
                <a:buChar char="•"/>
              </a:pPr>
              <a:r>
                <a:rPr lang="en-US" sz="1200" b="1" dirty="0">
                  <a:latin typeface="Overpass" pitchFamily="2" charset="0"/>
                  <a:ea typeface="Tahoma" panose="020B0604030504040204" pitchFamily="34" charset="0"/>
                  <a:cs typeface="Tahoma" panose="020B0604030504040204" pitchFamily="34" charset="0"/>
                </a:rPr>
                <a:t>Chemical Engineering</a:t>
              </a:r>
              <a:r>
                <a:rPr lang="en-US" sz="1200" dirty="0">
                  <a:latin typeface="Overpass" pitchFamily="2" charset="0"/>
                  <a:ea typeface="Tahoma" panose="020B0604030504040204" pitchFamily="34" charset="0"/>
                  <a:cs typeface="Tahoma" panose="020B0604030504040204" pitchFamily="34" charset="0"/>
                </a:rPr>
                <a:t> </a:t>
              </a:r>
              <a:r>
                <a:rPr lang="en-US" sz="1100" dirty="0">
                  <a:latin typeface="Overpass" pitchFamily="2" charset="0"/>
                  <a:ea typeface="Tahoma" panose="020B0604030504040204" pitchFamily="34" charset="0"/>
                  <a:cs typeface="Tahoma" panose="020B0604030504040204" pitchFamily="34" charset="0"/>
                </a:rPr>
                <a:t>– McGill University, Montreal, Canada </a:t>
              </a:r>
              <a:r>
                <a:rPr lang="en-US" sz="1100" b="1" dirty="0">
                  <a:latin typeface="Overpass" pitchFamily="2" charset="0"/>
                  <a:ea typeface="Tahoma" panose="020B0604030504040204" pitchFamily="34" charset="0"/>
                  <a:cs typeface="Tahoma" panose="020B0604030504040204" pitchFamily="34" charset="0"/>
                </a:rPr>
                <a:t>|</a:t>
              </a:r>
              <a:r>
                <a:rPr lang="en-US" sz="1200" dirty="0">
                  <a:latin typeface="Overpass" pitchFamily="2" charset="0"/>
                  <a:ea typeface="Tahoma" panose="020B0604030504040204" pitchFamily="34" charset="0"/>
                  <a:cs typeface="Tahoma" panose="020B0604030504040204" pitchFamily="34" charset="0"/>
                </a:rPr>
                <a:t> </a:t>
              </a:r>
              <a:r>
                <a:rPr lang="en-US" sz="1200" b="1" dirty="0">
                  <a:latin typeface="Overpass" pitchFamily="2" charset="0"/>
                  <a:ea typeface="Tahoma" panose="020B0604030504040204" pitchFamily="34" charset="0"/>
                  <a:cs typeface="Tahoma" panose="020B0604030504040204" pitchFamily="34" charset="0"/>
                </a:rPr>
                <a:t>2004–2005</a:t>
              </a:r>
              <a:endParaRPr lang="en-US" sz="1050" b="1" dirty="0">
                <a:latin typeface="Overpass" pitchFamily="2" charset="0"/>
                <a:ea typeface="Tahoma" panose="020B0604030504040204" pitchFamily="34" charset="0"/>
                <a:cs typeface="Tahoma" panose="020B0604030504040204" pitchFamily="34" charset="0"/>
              </a:endParaRPr>
            </a:p>
          </p:txBody>
        </p:sp>
        <p:sp>
          <p:nvSpPr>
            <p:cNvPr id="231" name="Text Placeholder 46">
              <a:extLst>
                <a:ext uri="{FF2B5EF4-FFF2-40B4-BE49-F238E27FC236}">
                  <a16:creationId xmlns:a16="http://schemas.microsoft.com/office/drawing/2014/main" id="{341669B1-8344-D7A4-D12E-8D04FAB5F455}"/>
                </a:ext>
              </a:extLst>
            </p:cNvPr>
            <p:cNvSpPr txBox="1">
              <a:spLocks/>
            </p:cNvSpPr>
            <p:nvPr/>
          </p:nvSpPr>
          <p:spPr>
            <a:xfrm>
              <a:off x="93673" y="1854031"/>
              <a:ext cx="629175" cy="127022"/>
            </a:xfrm>
            <a:prstGeom prst="rect">
              <a:avLst/>
            </a:prstGeom>
          </p:spPr>
          <p:txBody>
            <a:bodyPr vert="horz" lIns="0" tIns="0" rIns="0" bIns="0" rtlCol="0">
              <a:noAutofit/>
            </a:bodyPr>
            <a:lstStyle>
              <a:lvl1pPr marL="0" indent="0" algn="l" defTabSz="685800" rtl="0" eaLnBrk="1" latinLnBrk="0" hangingPunct="1">
                <a:lnSpc>
                  <a:spcPct val="90000"/>
                </a:lnSpc>
                <a:spcBef>
                  <a:spcPts val="750"/>
                </a:spcBef>
                <a:buFont typeface="Arial" panose="020B0604020202020204" pitchFamily="34" charset="0"/>
                <a:buNone/>
                <a:defRPr sz="1600" b="1" kern="1200">
                  <a:solidFill>
                    <a:schemeClr val="accent5"/>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0"/>
                </a:spcBef>
              </a:pPr>
              <a:r>
                <a:rPr lang="en-US" sz="1500" u="sng" dirty="0">
                  <a:solidFill>
                    <a:srgbClr val="10ABE2"/>
                  </a:solidFill>
                  <a:latin typeface="Overpass" pitchFamily="2" charset="0"/>
                  <a:ea typeface="Tahoma" panose="020B0604030504040204" pitchFamily="34" charset="0"/>
                  <a:cs typeface="Tahoma" panose="020B0604030504040204" pitchFamily="34" charset="0"/>
                </a:rPr>
                <a:t>Education</a:t>
              </a:r>
            </a:p>
          </p:txBody>
        </p:sp>
      </p:grpSp>
      <p:grpSp>
        <p:nvGrpSpPr>
          <p:cNvPr id="21" name="Group 20">
            <a:extLst>
              <a:ext uri="{FF2B5EF4-FFF2-40B4-BE49-F238E27FC236}">
                <a16:creationId xmlns:a16="http://schemas.microsoft.com/office/drawing/2014/main" id="{9170F0FB-4809-F6CB-EC0A-A2A7F57E19A6}"/>
              </a:ext>
            </a:extLst>
          </p:cNvPr>
          <p:cNvGrpSpPr/>
          <p:nvPr/>
        </p:nvGrpSpPr>
        <p:grpSpPr>
          <a:xfrm>
            <a:off x="377611" y="1214982"/>
            <a:ext cx="6734712" cy="2040360"/>
            <a:chOff x="377611" y="1214982"/>
            <a:chExt cx="6734712" cy="2040360"/>
          </a:xfrm>
        </p:grpSpPr>
        <p:grpSp>
          <p:nvGrpSpPr>
            <p:cNvPr id="2" name="Group 1">
              <a:extLst>
                <a:ext uri="{FF2B5EF4-FFF2-40B4-BE49-F238E27FC236}">
                  <a16:creationId xmlns:a16="http://schemas.microsoft.com/office/drawing/2014/main" id="{E8F3DD04-3596-890A-0289-4F6EC51FBB48}"/>
                </a:ext>
              </a:extLst>
            </p:cNvPr>
            <p:cNvGrpSpPr/>
            <p:nvPr/>
          </p:nvGrpSpPr>
          <p:grpSpPr>
            <a:xfrm>
              <a:off x="381133" y="1595983"/>
              <a:ext cx="6731190" cy="1659359"/>
              <a:chOff x="2690932" y="1324440"/>
              <a:chExt cx="4130583" cy="2388607"/>
            </a:xfrm>
          </p:grpSpPr>
          <p:sp>
            <p:nvSpPr>
              <p:cNvPr id="4" name="Text Placeholder 45">
                <a:extLst>
                  <a:ext uri="{FF2B5EF4-FFF2-40B4-BE49-F238E27FC236}">
                    <a16:creationId xmlns:a16="http://schemas.microsoft.com/office/drawing/2014/main" id="{A14E25B9-74B7-1D86-F100-61C9666B8B8B}"/>
                  </a:ext>
                </a:extLst>
              </p:cNvPr>
              <p:cNvSpPr txBox="1">
                <a:spLocks/>
              </p:cNvSpPr>
              <p:nvPr/>
            </p:nvSpPr>
            <p:spPr>
              <a:xfrm>
                <a:off x="2690932" y="1324440"/>
                <a:ext cx="1514170" cy="409574"/>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600" b="1" kern="1200">
                    <a:solidFill>
                      <a:schemeClr val="accent5"/>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500" u="sng" dirty="0">
                    <a:solidFill>
                      <a:srgbClr val="10ABE2"/>
                    </a:solidFill>
                    <a:latin typeface="Overpass" pitchFamily="2" charset="0"/>
                    <a:ea typeface="Tahoma" panose="020B0604030504040204" pitchFamily="34" charset="0"/>
                    <a:cs typeface="Tahoma" panose="020B0604030504040204" pitchFamily="34" charset="0"/>
                  </a:rPr>
                  <a:t>Professional summary</a:t>
                </a:r>
              </a:p>
            </p:txBody>
          </p:sp>
          <p:sp>
            <p:nvSpPr>
              <p:cNvPr id="5" name="TextBox 4">
                <a:extLst>
                  <a:ext uri="{FF2B5EF4-FFF2-40B4-BE49-F238E27FC236}">
                    <a16:creationId xmlns:a16="http://schemas.microsoft.com/office/drawing/2014/main" id="{CD85A639-1B8A-878B-04BB-3EE82339007A}"/>
                  </a:ext>
                </a:extLst>
              </p:cNvPr>
              <p:cNvSpPr txBox="1"/>
              <p:nvPr/>
            </p:nvSpPr>
            <p:spPr>
              <a:xfrm>
                <a:off x="2730795" y="1778337"/>
                <a:ext cx="4090720" cy="1934710"/>
              </a:xfrm>
              <a:prstGeom prst="rect">
                <a:avLst/>
              </a:prstGeom>
              <a:noFill/>
            </p:spPr>
            <p:txBody>
              <a:bodyPr wrap="square" lIns="0" tIns="0" rIns="0" bIns="0" rtlCol="0">
                <a:spAutoFit/>
              </a:bodyPr>
              <a:lstStyle/>
              <a:p>
                <a:r>
                  <a:rPr lang="en-US" sz="1100" dirty="0">
                    <a:latin typeface="Overpass" pitchFamily="2" charset="0"/>
                  </a:rPr>
                  <a:t>Senior Technical Lead with 10+ years of experience driving quality and integration in complex multi-disciplinary environments (SaaS, Cloud, System). Proven record in bridging Software and Engineering teams to improve system stability and debuggability. Expert in leading Agile processes, validating complex product architectures, and managing cross-functional software-to-hardware integrations. Strong engineering background (B.Sc.) combined with hands-on technical validation skills.</a:t>
                </a:r>
              </a:p>
              <a:p>
                <a:r>
                  <a:rPr lang="en-US" sz="1100" dirty="0">
                    <a:latin typeface="Overpass" pitchFamily="2" charset="0"/>
                  </a:rPr>
                  <a:t>Key Skills: Complex System Integration | QA Methodologies &amp; Validation | Agile &amp; Scrum Leadership | Troubleshooting &amp; Root Cause Analysis | SQL &amp; Data Analysis | API &amp; Microservices Architecture | Cross-Functional Collaboration.</a:t>
                </a:r>
              </a:p>
            </p:txBody>
          </p:sp>
        </p:grpSp>
        <p:sp>
          <p:nvSpPr>
            <p:cNvPr id="13" name="Text Placeholder 45">
              <a:extLst>
                <a:ext uri="{FF2B5EF4-FFF2-40B4-BE49-F238E27FC236}">
                  <a16:creationId xmlns:a16="http://schemas.microsoft.com/office/drawing/2014/main" id="{D7A61062-88AB-991A-E1C7-AC59E76603A3}"/>
                </a:ext>
              </a:extLst>
            </p:cNvPr>
            <p:cNvSpPr txBox="1">
              <a:spLocks/>
            </p:cNvSpPr>
            <p:nvPr/>
          </p:nvSpPr>
          <p:spPr>
            <a:xfrm>
              <a:off x="377611" y="1214982"/>
              <a:ext cx="6734702" cy="357623"/>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600" b="1" kern="1200">
                  <a:solidFill>
                    <a:schemeClr val="accent5"/>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200" b="0" dirty="0">
                  <a:solidFill>
                    <a:schemeClr val="tx1"/>
                  </a:solidFill>
                  <a:latin typeface="Overpass" pitchFamily="2" charset="0"/>
                  <a:ea typeface="Tahoma" panose="020B0604030504040204" pitchFamily="34" charset="0"/>
                  <a:cs typeface="Tahoma" panose="020B0604030504040204" pitchFamily="34" charset="0"/>
                </a:rPr>
                <a:t>SENIOR TECHNICAL PRODUCT &amp; QUALITY LEAD B.Sc. Engineering | System Integration | Agile Methodologies</a:t>
              </a:r>
            </a:p>
          </p:txBody>
        </p:sp>
      </p:grpSp>
      <p:grpSp>
        <p:nvGrpSpPr>
          <p:cNvPr id="22" name="Group 21">
            <a:extLst>
              <a:ext uri="{FF2B5EF4-FFF2-40B4-BE49-F238E27FC236}">
                <a16:creationId xmlns:a16="http://schemas.microsoft.com/office/drawing/2014/main" id="{587478D1-9B71-F4A7-2DE0-DC1E6EB2A12E}"/>
              </a:ext>
            </a:extLst>
          </p:cNvPr>
          <p:cNvGrpSpPr/>
          <p:nvPr/>
        </p:nvGrpSpPr>
        <p:grpSpPr>
          <a:xfrm>
            <a:off x="359503" y="3268693"/>
            <a:ext cx="6752819" cy="5613271"/>
            <a:chOff x="359503" y="3268693"/>
            <a:chExt cx="6752819" cy="5613271"/>
          </a:xfrm>
        </p:grpSpPr>
        <p:sp>
          <p:nvSpPr>
            <p:cNvPr id="18" name="TextBox 17">
              <a:extLst>
                <a:ext uri="{FF2B5EF4-FFF2-40B4-BE49-F238E27FC236}">
                  <a16:creationId xmlns:a16="http://schemas.microsoft.com/office/drawing/2014/main" id="{842ACF48-7446-A31B-CA96-F0E10E33C668}"/>
                </a:ext>
              </a:extLst>
            </p:cNvPr>
            <p:cNvSpPr txBox="1"/>
            <p:nvPr/>
          </p:nvSpPr>
          <p:spPr>
            <a:xfrm>
              <a:off x="359503" y="7045700"/>
              <a:ext cx="6752819" cy="276999"/>
            </a:xfrm>
            <a:prstGeom prst="rect">
              <a:avLst/>
            </a:prstGeom>
            <a:noFill/>
          </p:spPr>
          <p:txBody>
            <a:bodyPr wrap="square">
              <a:spAutoFit/>
            </a:bodyPr>
            <a:lstStyle/>
            <a:p>
              <a:r>
                <a:rPr lang="it-IT" sz="1200" b="1" dirty="0">
                  <a:latin typeface="Overpass" pitchFamily="2" charset="0"/>
                </a:rPr>
                <a:t>PREVIOUS EXPERIENCE (QUALITY &amp; REGULATION)</a:t>
              </a:r>
              <a:endParaRPr lang="en-IL" sz="1200" b="1" dirty="0">
                <a:latin typeface="Overpass" pitchFamily="2" charset="0"/>
              </a:endParaRPr>
            </a:p>
          </p:txBody>
        </p:sp>
        <p:grpSp>
          <p:nvGrpSpPr>
            <p:cNvPr id="20" name="Group 19">
              <a:extLst>
                <a:ext uri="{FF2B5EF4-FFF2-40B4-BE49-F238E27FC236}">
                  <a16:creationId xmlns:a16="http://schemas.microsoft.com/office/drawing/2014/main" id="{230F4EEB-C689-B514-04B2-A13D7D648B32}"/>
                </a:ext>
              </a:extLst>
            </p:cNvPr>
            <p:cNvGrpSpPr/>
            <p:nvPr/>
          </p:nvGrpSpPr>
          <p:grpSpPr>
            <a:xfrm>
              <a:off x="359504" y="3268693"/>
              <a:ext cx="6726870" cy="5613271"/>
              <a:chOff x="359504" y="3268693"/>
              <a:chExt cx="6726870" cy="5613271"/>
            </a:xfrm>
          </p:grpSpPr>
          <p:grpSp>
            <p:nvGrpSpPr>
              <p:cNvPr id="8" name="Group 7">
                <a:extLst>
                  <a:ext uri="{FF2B5EF4-FFF2-40B4-BE49-F238E27FC236}">
                    <a16:creationId xmlns:a16="http://schemas.microsoft.com/office/drawing/2014/main" id="{0706554B-DAEA-F04A-7818-F1555F0613DF}"/>
                  </a:ext>
                </a:extLst>
              </p:cNvPr>
              <p:cNvGrpSpPr/>
              <p:nvPr/>
            </p:nvGrpSpPr>
            <p:grpSpPr>
              <a:xfrm>
                <a:off x="359504" y="3268693"/>
                <a:ext cx="6726870" cy="5123852"/>
                <a:chOff x="161926" y="3425453"/>
                <a:chExt cx="6590843" cy="3756705"/>
              </a:xfrm>
            </p:grpSpPr>
            <p:grpSp>
              <p:nvGrpSpPr>
                <p:cNvPr id="12" name="Group 11">
                  <a:extLst>
                    <a:ext uri="{FF2B5EF4-FFF2-40B4-BE49-F238E27FC236}">
                      <a16:creationId xmlns:a16="http://schemas.microsoft.com/office/drawing/2014/main" id="{CA96F9C5-B4EE-2CE6-5E39-6D2B06DDBAA4}"/>
                    </a:ext>
                  </a:extLst>
                </p:cNvPr>
                <p:cNvGrpSpPr/>
                <p:nvPr/>
              </p:nvGrpSpPr>
              <p:grpSpPr>
                <a:xfrm>
                  <a:off x="161926" y="3425453"/>
                  <a:ext cx="6590843" cy="3756705"/>
                  <a:chOff x="78398" y="3403414"/>
                  <a:chExt cx="6718755" cy="2820894"/>
                </a:xfrm>
              </p:grpSpPr>
              <p:grpSp>
                <p:nvGrpSpPr>
                  <p:cNvPr id="6" name="Group 5">
                    <a:extLst>
                      <a:ext uri="{FF2B5EF4-FFF2-40B4-BE49-F238E27FC236}">
                        <a16:creationId xmlns:a16="http://schemas.microsoft.com/office/drawing/2014/main" id="{D943FD8F-B645-F5DD-0443-9670451D8FB5}"/>
                      </a:ext>
                    </a:extLst>
                  </p:cNvPr>
                  <p:cNvGrpSpPr/>
                  <p:nvPr/>
                </p:nvGrpSpPr>
                <p:grpSpPr>
                  <a:xfrm>
                    <a:off x="78398" y="3403414"/>
                    <a:ext cx="6718755" cy="2820894"/>
                    <a:chOff x="-24741" y="2575123"/>
                    <a:chExt cx="6949855" cy="2187782"/>
                  </a:xfrm>
                </p:grpSpPr>
                <p:sp>
                  <p:nvSpPr>
                    <p:cNvPr id="154" name="Text Placeholder 52">
                      <a:extLst>
                        <a:ext uri="{FF2B5EF4-FFF2-40B4-BE49-F238E27FC236}">
                          <a16:creationId xmlns:a16="http://schemas.microsoft.com/office/drawing/2014/main" id="{7B120799-BCC3-8E46-2EA5-CFAE368C1FC7}"/>
                        </a:ext>
                      </a:extLst>
                    </p:cNvPr>
                    <p:cNvSpPr txBox="1">
                      <a:spLocks/>
                    </p:cNvSpPr>
                    <p:nvPr/>
                  </p:nvSpPr>
                  <p:spPr>
                    <a:xfrm>
                      <a:off x="-24741" y="3776478"/>
                      <a:ext cx="6943718" cy="407419"/>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en-IL" sz="1200" b="1" u="sng" dirty="0">
                          <a:latin typeface="Overpass" pitchFamily="2" charset="0"/>
                          <a:ea typeface="Tahoma" panose="020B0604030504040204" pitchFamily="34" charset="0"/>
                          <a:cs typeface="Tahoma" panose="020B0604030504040204" pitchFamily="34" charset="0"/>
                        </a:rPr>
                        <a:t>Arena Plus</a:t>
                      </a:r>
                      <a:r>
                        <a:rPr lang="en-IL" sz="1200" b="1" dirty="0">
                          <a:latin typeface="Overpass" pitchFamily="2" charset="0"/>
                          <a:ea typeface="Tahoma" panose="020B0604030504040204" pitchFamily="34" charset="0"/>
                          <a:cs typeface="Tahoma" panose="020B0604030504040204" pitchFamily="34" charset="0"/>
                        </a:rPr>
                        <a:t> </a:t>
                      </a:r>
                      <a:r>
                        <a:rPr lang="en-IL" sz="1050" b="1" i="1" dirty="0">
                          <a:latin typeface="Overpass" pitchFamily="2" charset="0"/>
                          <a:ea typeface="Tahoma" panose="020B0604030504040204" pitchFamily="34" charset="0"/>
                          <a:cs typeface="Tahoma" panose="020B0604030504040204" pitchFamily="34" charset="0"/>
                        </a:rPr>
                        <a:t>Financial Services</a:t>
                      </a:r>
                      <a:r>
                        <a:rPr lang="en-US" sz="1050" b="1" i="1" dirty="0">
                          <a:latin typeface="Overpass" pitchFamily="2" charset="0"/>
                          <a:ea typeface="Tahoma" panose="020B0604030504040204" pitchFamily="34" charset="0"/>
                          <a:cs typeface="Tahoma" panose="020B0604030504040204" pitchFamily="34" charset="0"/>
                        </a:rPr>
                        <a:t> | </a:t>
                      </a:r>
                      <a:r>
                        <a:rPr lang="en-US" sz="1050" b="1" i="1" dirty="0">
                          <a:latin typeface="Overpass" pitchFamily="2" charset="0"/>
                        </a:rPr>
                        <a:t>Senior Product&amp; Methodology Lead	| </a:t>
                      </a:r>
                      <a:r>
                        <a:rPr lang="en-US" sz="1200" b="1" dirty="0">
                          <a:latin typeface="Overpass" pitchFamily="2" charset="0"/>
                        </a:rPr>
                        <a:t>2013 - 2018 </a:t>
                      </a:r>
                      <a:endParaRPr lang="en-US" sz="1100" b="1" dirty="0">
                        <a:latin typeface="Overpass" pitchFamily="2" charset="0"/>
                      </a:endParaRPr>
                    </a:p>
                    <a:p>
                      <a:pPr marL="85725" indent="-85725">
                        <a:lnSpc>
                          <a:spcPct val="100000"/>
                        </a:lnSpc>
                        <a:spcBef>
                          <a:spcPts val="200"/>
                        </a:spcBef>
                        <a:buFont typeface="Arial" panose="020B0604020202020204" pitchFamily="34" charset="0"/>
                        <a:buChar char="•"/>
                      </a:pPr>
                      <a:r>
                        <a:rPr lang="en-US" sz="1100" b="1" dirty="0">
                          <a:latin typeface="Overpass" pitchFamily="2" charset="0"/>
                        </a:rPr>
                        <a:t>Process Improvement:</a:t>
                      </a:r>
                      <a:r>
                        <a:rPr lang="en-US" sz="1100" dirty="0">
                          <a:latin typeface="Overpass" pitchFamily="2" charset="0"/>
                        </a:rPr>
                        <a:t> Drove the transition to </a:t>
                      </a:r>
                      <a:r>
                        <a:rPr lang="en-US" sz="1100" b="1" dirty="0">
                          <a:latin typeface="Overpass" pitchFamily="2" charset="0"/>
                        </a:rPr>
                        <a:t>Agile frameworks</a:t>
                      </a:r>
                      <a:r>
                        <a:rPr lang="en-US" sz="1100" dirty="0">
                          <a:latin typeface="Overpass" pitchFamily="2" charset="0"/>
                        </a:rPr>
                        <a:t>, challenging existing working methodologies to improve software delivery speed and quality.</a:t>
                      </a:r>
                    </a:p>
                    <a:p>
                      <a:pPr marL="85725" indent="-85725">
                        <a:lnSpc>
                          <a:spcPct val="100000"/>
                        </a:lnSpc>
                        <a:spcBef>
                          <a:spcPts val="200"/>
                        </a:spcBef>
                        <a:buFont typeface="Arial" panose="020B0604020202020204" pitchFamily="34" charset="0"/>
                        <a:buChar char="•"/>
                      </a:pPr>
                      <a:r>
                        <a:rPr lang="en-US" sz="1100" b="1" dirty="0">
                          <a:latin typeface="Overpass" pitchFamily="2" charset="0"/>
                        </a:rPr>
                        <a:t>Cross-Functional Validation:</a:t>
                      </a:r>
                      <a:r>
                        <a:rPr lang="en-US" sz="1100" dirty="0">
                          <a:latin typeface="Overpass" pitchFamily="2" charset="0"/>
                        </a:rPr>
                        <a:t> Managed acceptance testing and validation cycles for critical financial transactions, ensuring zero-defect releases in a regulated environment.</a:t>
                      </a:r>
                    </a:p>
                  </p:txBody>
                </p:sp>
                <p:sp>
                  <p:nvSpPr>
                    <p:cNvPr id="242" name="Text Placeholder 45">
                      <a:extLst>
                        <a:ext uri="{FF2B5EF4-FFF2-40B4-BE49-F238E27FC236}">
                          <a16:creationId xmlns:a16="http://schemas.microsoft.com/office/drawing/2014/main" id="{736313EA-3C2D-C5A9-2ED3-22681A16B477}"/>
                        </a:ext>
                      </a:extLst>
                    </p:cNvPr>
                    <p:cNvSpPr txBox="1">
                      <a:spLocks/>
                    </p:cNvSpPr>
                    <p:nvPr/>
                  </p:nvSpPr>
                  <p:spPr>
                    <a:xfrm>
                      <a:off x="-19577" y="2575123"/>
                      <a:ext cx="2719752" cy="199157"/>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600" b="1" kern="1200">
                          <a:solidFill>
                            <a:schemeClr val="accent5"/>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500" u="sng" dirty="0">
                          <a:solidFill>
                            <a:srgbClr val="10ABE2"/>
                          </a:solidFill>
                          <a:latin typeface="Overpass" pitchFamily="2" charset="0"/>
                          <a:ea typeface="Tahoma" panose="020B0604030504040204" pitchFamily="34" charset="0"/>
                          <a:cs typeface="Tahoma" panose="020B0604030504040204" pitchFamily="34" charset="0"/>
                        </a:rPr>
                        <a:t>Professional experience</a:t>
                      </a:r>
                    </a:p>
                  </p:txBody>
                </p:sp>
                <p:sp>
                  <p:nvSpPr>
                    <p:cNvPr id="9" name="Text Placeholder 52">
                      <a:extLst>
                        <a:ext uri="{FF2B5EF4-FFF2-40B4-BE49-F238E27FC236}">
                          <a16:creationId xmlns:a16="http://schemas.microsoft.com/office/drawing/2014/main" id="{6871FAD5-DAC9-2E88-43EE-71DE2313B5BC}"/>
                        </a:ext>
                      </a:extLst>
                    </p:cNvPr>
                    <p:cNvSpPr txBox="1">
                      <a:spLocks/>
                    </p:cNvSpPr>
                    <p:nvPr/>
                  </p:nvSpPr>
                  <p:spPr>
                    <a:xfrm>
                      <a:off x="-18603" y="4296638"/>
                      <a:ext cx="6943717" cy="236466"/>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it-IT" sz="1200" b="1" dirty="0">
                          <a:latin typeface="Overpass" pitchFamily="2" charset="0"/>
                          <a:ea typeface="Tahoma" panose="020B0604030504040204" pitchFamily="34" charset="0"/>
                          <a:cs typeface="Tahoma" panose="020B0604030504040204" pitchFamily="34" charset="0"/>
                          <a:hlinkClick r:id="rId3">
                            <a:extLst>
                              <a:ext uri="{A12FA001-AC4F-418D-AE19-62706E023703}">
                                <ahyp:hlinkClr xmlns:ahyp="http://schemas.microsoft.com/office/drawing/2018/hyperlinkcolor" val="tx"/>
                              </a:ext>
                            </a:extLst>
                          </a:hlinkClick>
                        </a:rPr>
                        <a:t>Pharmabest Inc. &amp; Philtel Inc.</a:t>
                      </a:r>
                      <a:r>
                        <a:rPr lang="it-IT" sz="1200" b="1" dirty="0">
                          <a:latin typeface="Overpass" pitchFamily="2" charset="0"/>
                          <a:ea typeface="Tahoma" panose="020B0604030504040204" pitchFamily="34" charset="0"/>
                          <a:cs typeface="Tahoma" panose="020B0604030504040204" pitchFamily="34" charset="0"/>
                        </a:rPr>
                        <a:t> </a:t>
                      </a:r>
                      <a:r>
                        <a:rPr lang="it-IT" sz="1050" b="1" dirty="0">
                          <a:latin typeface="Overpass" pitchFamily="2" charset="0"/>
                          <a:ea typeface="Tahoma" panose="020B0604030504040204" pitchFamily="34" charset="0"/>
                          <a:cs typeface="Tahoma" panose="020B0604030504040204" pitchFamily="34" charset="0"/>
                        </a:rPr>
                        <a:t>| </a:t>
                      </a:r>
                      <a:r>
                        <a:rPr lang="it-IT" sz="1050" b="1" i="1" dirty="0">
                          <a:latin typeface="Overpass" pitchFamily="2" charset="0"/>
                          <a:ea typeface="Tahoma" panose="020B0604030504040204" pitchFamily="34" charset="0"/>
                          <a:cs typeface="Tahoma" panose="020B0604030504040204" pitchFamily="34" charset="0"/>
                        </a:rPr>
                        <a:t>Exec. QA Manager</a:t>
                      </a:r>
                      <a:r>
                        <a:rPr lang="en-US" sz="1050" b="1" i="1" dirty="0">
                          <a:latin typeface="Overpass" pitchFamily="2" charset="0"/>
                          <a:ea typeface="Tahoma" panose="020B0604030504040204" pitchFamily="34" charset="0"/>
                          <a:cs typeface="Tahoma" panose="020B0604030504040204" pitchFamily="34" charset="0"/>
                        </a:rPr>
                        <a:t> | </a:t>
                      </a:r>
                      <a:r>
                        <a:rPr lang="it-IT" sz="1200" b="1" dirty="0">
                          <a:latin typeface="Overpass" pitchFamily="2" charset="0"/>
                          <a:ea typeface="Tahoma" panose="020B0604030504040204" pitchFamily="34" charset="0"/>
                          <a:cs typeface="Tahoma" panose="020B0604030504040204" pitchFamily="34" charset="0"/>
                        </a:rPr>
                        <a:t>2011 - 2013</a:t>
                      </a:r>
                      <a:endParaRPr lang="it-IT" sz="1100" b="1" dirty="0">
                        <a:latin typeface="Overpass" pitchFamily="2" charset="0"/>
                        <a:ea typeface="Tahoma" panose="020B0604030504040204" pitchFamily="34" charset="0"/>
                        <a:cs typeface="Tahoma" panose="020B0604030504040204" pitchFamily="34" charset="0"/>
                      </a:endParaRPr>
                    </a:p>
                    <a:p>
                      <a:pPr marL="85725" indent="-85725">
                        <a:lnSpc>
                          <a:spcPct val="100000"/>
                        </a:lnSpc>
                        <a:spcBef>
                          <a:spcPts val="200"/>
                        </a:spcBef>
                        <a:buFont typeface="Arial" panose="020B0604020202020204" pitchFamily="34" charset="0"/>
                        <a:buChar char="•"/>
                      </a:pPr>
                      <a:r>
                        <a:rPr lang="en-US" sz="1100" b="1" dirty="0">
                          <a:latin typeface="Overpass" pitchFamily="2" charset="0"/>
                        </a:rPr>
                        <a:t>Quality Systems:</a:t>
                      </a:r>
                      <a:r>
                        <a:rPr lang="en-US" sz="1100" dirty="0">
                          <a:latin typeface="Overpass" pitchFamily="2" charset="0"/>
                        </a:rPr>
                        <a:t> Led QA operations for </a:t>
                      </a:r>
                      <a:r>
                        <a:rPr lang="en-US" sz="1100" b="1" dirty="0">
                          <a:latin typeface="Overpass" pitchFamily="2" charset="0"/>
                        </a:rPr>
                        <a:t>medical devices</a:t>
                      </a:r>
                      <a:r>
                        <a:rPr lang="en-US" sz="1100" dirty="0">
                          <a:latin typeface="Overpass" pitchFamily="2" charset="0"/>
                        </a:rPr>
                        <a:t>, managing audits, SOPs, and achieving </a:t>
                      </a:r>
                      <a:r>
                        <a:rPr lang="en-US" sz="1100" b="1" dirty="0">
                          <a:latin typeface="Overpass" pitchFamily="2" charset="0"/>
                        </a:rPr>
                        <a:t>ISO 9001 certification</a:t>
                      </a:r>
                      <a:r>
                        <a:rPr lang="en-US" sz="1100" dirty="0">
                          <a:latin typeface="Overpass" pitchFamily="2" charset="0"/>
                        </a:rPr>
                        <a:t>.</a:t>
                      </a:r>
                      <a:endParaRPr lang="it-IT" sz="1600" i="1" dirty="0">
                        <a:latin typeface="Overpass" pitchFamily="2" charset="0"/>
                        <a:ea typeface="Tahoma" panose="020B0604030504040204" pitchFamily="34" charset="0"/>
                        <a:cs typeface="Tahoma" panose="020B0604030504040204" pitchFamily="34" charset="0"/>
                      </a:endParaRPr>
                    </a:p>
                  </p:txBody>
                </p:sp>
                <p:sp>
                  <p:nvSpPr>
                    <p:cNvPr id="10" name="Text Placeholder 52">
                      <a:extLst>
                        <a:ext uri="{FF2B5EF4-FFF2-40B4-BE49-F238E27FC236}">
                          <a16:creationId xmlns:a16="http://schemas.microsoft.com/office/drawing/2014/main" id="{BA499EBC-730C-6472-42B1-4FBCAD1BA552}"/>
                        </a:ext>
                      </a:extLst>
                    </p:cNvPr>
                    <p:cNvSpPr txBox="1">
                      <a:spLocks/>
                    </p:cNvSpPr>
                    <p:nvPr/>
                  </p:nvSpPr>
                  <p:spPr>
                    <a:xfrm>
                      <a:off x="-6035" y="4526439"/>
                      <a:ext cx="6931149" cy="236466"/>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it-IT" sz="1200" b="1" dirty="0">
                          <a:latin typeface="Overpass" pitchFamily="2" charset="0"/>
                          <a:ea typeface="Tahoma" panose="020B0604030504040204" pitchFamily="34" charset="0"/>
                          <a:cs typeface="Tahoma" panose="020B0604030504040204" pitchFamily="34" charset="0"/>
                          <a:hlinkClick r:id="rId4">
                            <a:extLst>
                              <a:ext uri="{A12FA001-AC4F-418D-AE19-62706E023703}">
                                <ahyp:hlinkClr xmlns:ahyp="http://schemas.microsoft.com/office/drawing/2018/hyperlinkcolor" val="tx"/>
                              </a:ext>
                            </a:extLst>
                          </a:hlinkClick>
                        </a:rPr>
                        <a:t>Blau Pharmaceuticals Services Inc.</a:t>
                      </a:r>
                      <a:r>
                        <a:rPr lang="it-IT" sz="1200" b="1" i="1" dirty="0">
                          <a:latin typeface="Overpass" pitchFamily="2" charset="0"/>
                          <a:ea typeface="Tahoma" panose="020B0604030504040204" pitchFamily="34" charset="0"/>
                          <a:cs typeface="Tahoma" panose="020B0604030504040204" pitchFamily="34" charset="0"/>
                        </a:rPr>
                        <a:t> </a:t>
                      </a:r>
                      <a:r>
                        <a:rPr lang="it-IT" sz="1050" b="1" i="1" dirty="0">
                          <a:latin typeface="Overpass" pitchFamily="2" charset="0"/>
                          <a:ea typeface="Tahoma" panose="020B0604030504040204" pitchFamily="34" charset="0"/>
                          <a:cs typeface="Tahoma" panose="020B0604030504040204" pitchFamily="34" charset="0"/>
                        </a:rPr>
                        <a:t>| Regulatory Affairs Consultant | </a:t>
                      </a:r>
                      <a:r>
                        <a:rPr lang="it-IT" sz="1200" b="1" dirty="0">
                          <a:latin typeface="Overpass" pitchFamily="2" charset="0"/>
                          <a:ea typeface="Tahoma" panose="020B0604030504040204" pitchFamily="34" charset="0"/>
                          <a:cs typeface="Tahoma" panose="020B0604030504040204" pitchFamily="34" charset="0"/>
                        </a:rPr>
                        <a:t>2009 - 2011</a:t>
                      </a:r>
                    </a:p>
                    <a:p>
                      <a:pPr marL="85725" indent="-85725">
                        <a:lnSpc>
                          <a:spcPct val="100000"/>
                        </a:lnSpc>
                        <a:spcBef>
                          <a:spcPts val="200"/>
                        </a:spcBef>
                        <a:buFont typeface="Arial" panose="020B0604020202020204" pitchFamily="34" charset="0"/>
                        <a:buChar char="•"/>
                      </a:pPr>
                      <a:r>
                        <a:rPr lang="en-US" sz="1100" dirty="0">
                          <a:latin typeface="Overpass" pitchFamily="2" charset="0"/>
                        </a:rPr>
                        <a:t>Managed regulatory submissions and compliance documentation for pharma companies.</a:t>
                      </a:r>
                    </a:p>
                  </p:txBody>
                </p:sp>
              </p:grpSp>
              <p:sp>
                <p:nvSpPr>
                  <p:cNvPr id="11" name="TextBox 10">
                    <a:extLst>
                      <a:ext uri="{FF2B5EF4-FFF2-40B4-BE49-F238E27FC236}">
                        <a16:creationId xmlns:a16="http://schemas.microsoft.com/office/drawing/2014/main" id="{D6C75DF8-197B-BFD3-34D2-297D5EA3D213}"/>
                      </a:ext>
                    </a:extLst>
                  </p:cNvPr>
                  <p:cNvSpPr txBox="1">
                    <a:spLocks/>
                  </p:cNvSpPr>
                  <p:nvPr/>
                </p:nvSpPr>
                <p:spPr>
                  <a:xfrm>
                    <a:off x="78399" y="3841086"/>
                    <a:ext cx="6713716" cy="1155041"/>
                  </a:xfrm>
                  <a:prstGeom prst="rect">
                    <a:avLst/>
                  </a:prstGeom>
                  <a:noFill/>
                </p:spPr>
                <p:txBody>
                  <a:bodyPr wrap="square" rtlCol="0">
                    <a:spAutoFit/>
                  </a:bodyPr>
                  <a:lstStyle/>
                  <a:p>
                    <a:r>
                      <a:rPr lang="en-US" sz="1200" b="1" u="sng" dirty="0">
                        <a:latin typeface="Overpass" pitchFamily="2" charset="0"/>
                        <a:ea typeface="Tahoma" panose="020B0604030504040204" pitchFamily="34" charset="0"/>
                        <a:cs typeface="Tahoma" panose="020B0604030504040204" pitchFamily="34" charset="0"/>
                      </a:rPr>
                      <a:t>TouchE</a:t>
                    </a:r>
                    <a:r>
                      <a:rPr lang="en-US" sz="1200" b="1" dirty="0">
                        <a:latin typeface="Overpass" pitchFamily="2" charset="0"/>
                        <a:ea typeface="Tahoma" panose="020B0604030504040204" pitchFamily="34" charset="0"/>
                        <a:cs typeface="Tahoma" panose="020B0604030504040204" pitchFamily="34" charset="0"/>
                      </a:rPr>
                      <a:t> </a:t>
                    </a:r>
                    <a:r>
                      <a:rPr lang="en-US" sz="1050" b="1" i="1" dirty="0">
                        <a:latin typeface="Overpass" pitchFamily="2" charset="0"/>
                      </a:rPr>
                      <a:t>AI interactive video SaaS  </a:t>
                    </a:r>
                    <a:r>
                      <a:rPr lang="en-US" sz="1050" b="1" i="1" dirty="0">
                        <a:latin typeface="Overpass" pitchFamily="2" charset="0"/>
                        <a:ea typeface="Tahoma" panose="020B0604030504040204" pitchFamily="34" charset="0"/>
                        <a:cs typeface="Tahoma" panose="020B0604030504040204" pitchFamily="34" charset="0"/>
                      </a:rPr>
                      <a:t>| </a:t>
                    </a:r>
                    <a:r>
                      <a:rPr lang="en-US" sz="1050" b="1" i="1" dirty="0">
                        <a:latin typeface="Overpass" pitchFamily="2" charset="0"/>
                      </a:rPr>
                      <a:t>Co-Founder &amp; Technical Lead | </a:t>
                    </a:r>
                    <a:r>
                      <a:rPr lang="en-US" sz="1200" b="1" dirty="0">
                        <a:latin typeface="Overpass" pitchFamily="2" charset="0"/>
                        <a:ea typeface="Tahoma" panose="020B0604030504040204" pitchFamily="34" charset="0"/>
                        <a:cs typeface="Tahoma" panose="020B0604030504040204" pitchFamily="34" charset="0"/>
                      </a:rPr>
                      <a:t>2018 - 2024</a:t>
                    </a:r>
                  </a:p>
                  <a:p>
                    <a:pPr marL="85725" indent="-85725">
                      <a:spcBef>
                        <a:spcPts val="200"/>
                      </a:spcBef>
                      <a:buFont typeface="Arial" panose="020B0604020202020204" pitchFamily="34" charset="0"/>
                      <a:buChar char="•"/>
                    </a:pPr>
                    <a:r>
                      <a:rPr lang="en-US" sz="1100" b="1" dirty="0">
                        <a:latin typeface="Overpass" pitchFamily="2" charset="0"/>
                      </a:rPr>
                      <a:t>Integration Leadership</a:t>
                    </a:r>
                    <a:r>
                      <a:rPr lang="en-US" sz="1100" dirty="0">
                        <a:latin typeface="Overpass" pitchFamily="2" charset="0"/>
                      </a:rPr>
                      <a:t>: Led complex </a:t>
                    </a:r>
                    <a:r>
                      <a:rPr lang="en-US" sz="1100" b="1" dirty="0">
                        <a:latin typeface="Overpass" pitchFamily="2" charset="0"/>
                      </a:rPr>
                      <a:t>software-to-device integrations </a:t>
                    </a:r>
                    <a:r>
                      <a:rPr lang="en-US" sz="1100" dirty="0">
                        <a:latin typeface="Overpass" pitchFamily="2" charset="0"/>
                      </a:rPr>
                      <a:t>(Smart-TVs, Mobile, Web), ensuring smooth operation across fragmented hardware ecosystems.</a:t>
                    </a:r>
                    <a:endParaRPr lang="he-IL" sz="1100" dirty="0">
                      <a:latin typeface="Overpass" pitchFamily="2" charset="0"/>
                    </a:endParaRPr>
                  </a:p>
                  <a:p>
                    <a:pPr marL="85725" indent="-85725">
                      <a:spcBef>
                        <a:spcPts val="200"/>
                      </a:spcBef>
                      <a:buFont typeface="Arial" panose="020B0604020202020204" pitchFamily="34" charset="0"/>
                      <a:buChar char="•"/>
                    </a:pPr>
                    <a:r>
                      <a:rPr lang="en-US" sz="1100" b="1" dirty="0">
                        <a:latin typeface="Overpass" pitchFamily="2" charset="0"/>
                      </a:rPr>
                      <a:t>Quality &amp; Validation</a:t>
                    </a:r>
                    <a:r>
                      <a:rPr lang="en-US" sz="1100" dirty="0">
                        <a:latin typeface="Overpass" pitchFamily="2" charset="0"/>
                      </a:rPr>
                      <a:t>: Defined and executed validation strategies for high-throughput video streaming, identifying bottlenecks and driving </a:t>
                    </a:r>
                    <a:r>
                      <a:rPr lang="en-US" sz="1100" b="1" dirty="0">
                        <a:latin typeface="Overpass" pitchFamily="2" charset="0"/>
                      </a:rPr>
                      <a:t>troubleshooting</a:t>
                    </a:r>
                    <a:r>
                      <a:rPr lang="en-US" sz="1100" dirty="0">
                        <a:latin typeface="Overpass" pitchFamily="2" charset="0"/>
                      </a:rPr>
                      <a:t> processes with R&amp;D.</a:t>
                    </a:r>
                    <a:endParaRPr lang="he-IL" sz="1100" dirty="0">
                      <a:latin typeface="Overpass" pitchFamily="2" charset="0"/>
                    </a:endParaRPr>
                  </a:p>
                  <a:p>
                    <a:pPr marL="85725" indent="-85725">
                      <a:spcBef>
                        <a:spcPts val="200"/>
                      </a:spcBef>
                      <a:buFont typeface="Arial" panose="020B0604020202020204" pitchFamily="34" charset="0"/>
                      <a:buChar char="•"/>
                    </a:pPr>
                    <a:r>
                      <a:rPr lang="it-IT" sz="1100" b="1" dirty="0">
                        <a:latin typeface="Overpass" pitchFamily="2" charset="0"/>
                      </a:rPr>
                      <a:t>AI &amp; Data Validation:</a:t>
                    </a:r>
                    <a:r>
                      <a:rPr lang="it-IT" sz="1100" dirty="0">
                        <a:latin typeface="Overpass" pitchFamily="2" charset="0"/>
                      </a:rPr>
                      <a:t> Established </a:t>
                    </a:r>
                    <a:r>
                      <a:rPr lang="it-IT" sz="1100" b="1" dirty="0">
                        <a:latin typeface="Overpass" pitchFamily="2" charset="0"/>
                      </a:rPr>
                      <a:t>evaluation loops</a:t>
                    </a:r>
                    <a:r>
                      <a:rPr lang="it-IT" sz="1100" dirty="0">
                        <a:latin typeface="Overpass" pitchFamily="2" charset="0"/>
                      </a:rPr>
                      <a:t> for AI models and data pipelines, verifying accuracy, latency, and system integrity using analytics tools (</a:t>
                    </a:r>
                    <a:r>
                      <a:rPr lang="it-IT" sz="1100" b="1" dirty="0">
                        <a:latin typeface="Overpass" pitchFamily="2" charset="0"/>
                      </a:rPr>
                      <a:t>SQL</a:t>
                    </a:r>
                    <a:r>
                      <a:rPr lang="it-IT" sz="1100" dirty="0">
                        <a:latin typeface="Overpass" pitchFamily="2" charset="0"/>
                      </a:rPr>
                      <a:t>/Telemetry)</a:t>
                    </a:r>
                    <a:r>
                      <a:rPr lang="en-US" sz="1100" dirty="0">
                        <a:latin typeface="Overpass" pitchFamily="2" charset="0"/>
                      </a:rPr>
                      <a:t>.</a:t>
                    </a:r>
                    <a:endParaRPr lang="he-IL" sz="1100" dirty="0">
                      <a:latin typeface="Overpass" pitchFamily="2" charset="0"/>
                    </a:endParaRPr>
                  </a:p>
                  <a:p>
                    <a:pPr marL="85725" indent="-85725">
                      <a:spcBef>
                        <a:spcPts val="200"/>
                      </a:spcBef>
                      <a:buFont typeface="Arial" panose="020B0604020202020204" pitchFamily="34" charset="0"/>
                      <a:buChar char="•"/>
                    </a:pPr>
                    <a:r>
                      <a:rPr lang="en-US" sz="1100" b="1" dirty="0">
                        <a:latin typeface="Overpass" pitchFamily="2" charset="0"/>
                      </a:rPr>
                      <a:t>Agile Process Owner:</a:t>
                    </a:r>
                    <a:r>
                      <a:rPr lang="en-US" sz="1100" dirty="0">
                        <a:latin typeface="Overpass" pitchFamily="2" charset="0"/>
                      </a:rPr>
                      <a:t> Served as the main focal point for software and product teams, implementing </a:t>
                    </a:r>
                    <a:r>
                      <a:rPr lang="en-US" sz="1100" b="1" dirty="0">
                        <a:latin typeface="Overpass" pitchFamily="2" charset="0"/>
                      </a:rPr>
                      <a:t>Agile/Scrum methodologies</a:t>
                    </a:r>
                    <a:r>
                      <a:rPr lang="en-US" sz="1100" dirty="0">
                        <a:latin typeface="Overpass" pitchFamily="2" charset="0"/>
                      </a:rPr>
                      <a:t> that improved delivery quality and reduced bugs by 30%.</a:t>
                    </a:r>
                  </a:p>
                  <a:p>
                    <a:pPr marL="85725" indent="-85725">
                      <a:spcBef>
                        <a:spcPts val="200"/>
                      </a:spcBef>
                      <a:buFont typeface="Arial" panose="020B0604020202020204" pitchFamily="34" charset="0"/>
                      <a:buChar char="•"/>
                    </a:pPr>
                    <a:r>
                      <a:rPr lang="en-US" sz="1100" b="1" dirty="0">
                        <a:latin typeface="Overpass" pitchFamily="2" charset="0"/>
                      </a:rPr>
                      <a:t>System Architecture:</a:t>
                    </a:r>
                    <a:r>
                      <a:rPr lang="en-US" sz="1100" dirty="0">
                        <a:latin typeface="Overpass" pitchFamily="2" charset="0"/>
                      </a:rPr>
                      <a:t> Collaborated with architects to improve </a:t>
                    </a:r>
                    <a:r>
                      <a:rPr lang="en-US" sz="1100" b="1" dirty="0">
                        <a:latin typeface="Overpass" pitchFamily="2" charset="0"/>
                      </a:rPr>
                      <a:t>debuggability</a:t>
                    </a:r>
                    <a:r>
                      <a:rPr lang="en-US" sz="1100" dirty="0">
                        <a:latin typeface="Overpass" pitchFamily="2" charset="0"/>
                      </a:rPr>
                      <a:t> of microservices and API data flows, ensuring robust system performance under load.</a:t>
                    </a:r>
                  </a:p>
                </p:txBody>
              </p:sp>
            </p:grpSp>
            <p:sp>
              <p:nvSpPr>
                <p:cNvPr id="7" name="Text Placeholder 52">
                  <a:extLst>
                    <a:ext uri="{FF2B5EF4-FFF2-40B4-BE49-F238E27FC236}">
                      <a16:creationId xmlns:a16="http://schemas.microsoft.com/office/drawing/2014/main" id="{C74AC998-3F7B-596D-682D-63841FD8BC26}"/>
                    </a:ext>
                  </a:extLst>
                </p:cNvPr>
                <p:cNvSpPr txBox="1">
                  <a:spLocks/>
                </p:cNvSpPr>
                <p:nvPr/>
              </p:nvSpPr>
              <p:spPr>
                <a:xfrm>
                  <a:off x="179665" y="3582181"/>
                  <a:ext cx="6568161" cy="452524"/>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it-IT" sz="1200" b="1" u="sng" dirty="0">
                      <a:latin typeface="Overpass" pitchFamily="2" charset="0"/>
                      <a:ea typeface="Tahoma" panose="020B0604030504040204" pitchFamily="34" charset="0"/>
                      <a:cs typeface="Tahoma" panose="020B0604030504040204" pitchFamily="34" charset="0"/>
                    </a:rPr>
                    <a:t>Inon Baasov Ltd</a:t>
                  </a:r>
                  <a:r>
                    <a:rPr lang="it-IT" sz="1200" b="1" dirty="0">
                      <a:latin typeface="Overpass" pitchFamily="2" charset="0"/>
                      <a:ea typeface="Tahoma" panose="020B0604030504040204" pitchFamily="34" charset="0"/>
                      <a:cs typeface="Tahoma" panose="020B0604030504040204" pitchFamily="34" charset="0"/>
                    </a:rPr>
                    <a:t>  </a:t>
                  </a:r>
                  <a:r>
                    <a:rPr lang="it-IT" sz="1200" dirty="0">
                      <a:latin typeface="Overpass" pitchFamily="2" charset="0"/>
                      <a:ea typeface="Tahoma" panose="020B0604030504040204" pitchFamily="34" charset="0"/>
                      <a:cs typeface="Tahoma" panose="020B0604030504040204" pitchFamily="34" charset="0"/>
                    </a:rPr>
                    <a:t>|</a:t>
                  </a:r>
                  <a:r>
                    <a:rPr lang="it-IT" sz="1200" b="1" dirty="0">
                      <a:latin typeface="Overpass" pitchFamily="2" charset="0"/>
                      <a:ea typeface="Tahoma" panose="020B0604030504040204" pitchFamily="34" charset="0"/>
                      <a:cs typeface="Tahoma" panose="020B0604030504040204" pitchFamily="34" charset="0"/>
                    </a:rPr>
                    <a:t> </a:t>
                  </a:r>
                  <a:r>
                    <a:rPr lang="en-US" sz="1050" b="1" i="1" dirty="0">
                      <a:latin typeface="Overpass" pitchFamily="2" charset="0"/>
                      <a:ea typeface="Tahoma" panose="020B0604030504040204" pitchFamily="34" charset="0"/>
                      <a:cs typeface="Tahoma" panose="020B0604030504040204" pitchFamily="34" charset="0"/>
                    </a:rPr>
                    <a:t>Technical</a:t>
                  </a:r>
                  <a:r>
                    <a:rPr lang="it-IT" sz="1050" b="1" i="1" dirty="0">
                      <a:latin typeface="Overpass" pitchFamily="2" charset="0"/>
                      <a:ea typeface="Tahoma" panose="020B0604030504040204" pitchFamily="34" charset="0"/>
                      <a:cs typeface="Tahoma" panose="020B0604030504040204" pitchFamily="34" charset="0"/>
                    </a:rPr>
                    <a:t> Strategy Consultant  | </a:t>
                  </a:r>
                  <a:r>
                    <a:rPr lang="it-IT" sz="1200" b="1" dirty="0">
                      <a:latin typeface="Overpass" pitchFamily="2" charset="0"/>
                      <a:ea typeface="Tahoma" panose="020B0604030504040204" pitchFamily="34" charset="0"/>
                      <a:cs typeface="Tahoma" panose="020B0604030504040204" pitchFamily="34" charset="0"/>
                    </a:rPr>
                    <a:t>2024 - Present</a:t>
                  </a:r>
                </a:p>
                <a:p>
                  <a:pPr marL="85725" indent="-85725">
                    <a:lnSpc>
                      <a:spcPct val="100000"/>
                    </a:lnSpc>
                    <a:spcBef>
                      <a:spcPts val="200"/>
                    </a:spcBef>
                    <a:buFont typeface="Arial" panose="020B0604020202020204" pitchFamily="34" charset="0"/>
                    <a:buChar char="•"/>
                  </a:pPr>
                  <a:r>
                    <a:rPr lang="en-US" sz="1100" dirty="0">
                      <a:latin typeface="Overpass" pitchFamily="2" charset="0"/>
                    </a:rPr>
                    <a:t>Advising startups on </a:t>
                  </a:r>
                  <a:r>
                    <a:rPr lang="en-US" sz="1100" b="1" dirty="0">
                      <a:latin typeface="Overpass" pitchFamily="2" charset="0"/>
                    </a:rPr>
                    <a:t>technical product strategy</a:t>
                  </a:r>
                  <a:r>
                    <a:rPr lang="en-US" sz="1100" dirty="0">
                      <a:latin typeface="Overpass" pitchFamily="2" charset="0"/>
                    </a:rPr>
                    <a:t>, focusing on system stability, API usage patterns, and data evaluation loops.</a:t>
                  </a:r>
                  <a:endParaRPr lang="it-IT" sz="1100" i="1" dirty="0">
                    <a:latin typeface="Overpass" pitchFamily="2" charset="0"/>
                    <a:ea typeface="Tahoma" panose="020B0604030504040204" pitchFamily="34" charset="0"/>
                    <a:cs typeface="Tahoma" panose="020B0604030504040204" pitchFamily="34" charset="0"/>
                  </a:endParaRPr>
                </a:p>
              </p:txBody>
            </p:sp>
          </p:grpSp>
          <p:sp>
            <p:nvSpPr>
              <p:cNvPr id="19" name="Text Placeholder 52">
                <a:extLst>
                  <a:ext uri="{FF2B5EF4-FFF2-40B4-BE49-F238E27FC236}">
                    <a16:creationId xmlns:a16="http://schemas.microsoft.com/office/drawing/2014/main" id="{4FE13FAD-7EA0-AA62-3CBF-FD3DF01448AE}"/>
                  </a:ext>
                </a:extLst>
              </p:cNvPr>
              <p:cNvSpPr txBox="1">
                <a:spLocks/>
              </p:cNvSpPr>
              <p:nvPr/>
            </p:nvSpPr>
            <p:spPr>
              <a:xfrm>
                <a:off x="377610" y="8265449"/>
                <a:ext cx="6708764" cy="616515"/>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it-IT" sz="1200" b="1" u="sng" dirty="0">
                    <a:latin typeface="Overpass" pitchFamily="2" charset="0"/>
                  </a:rPr>
                  <a:t>Protalix Biotherapeutics</a:t>
                </a:r>
                <a:r>
                  <a:rPr lang="it-IT" sz="1200" b="1" dirty="0">
                    <a:latin typeface="Overpass" pitchFamily="2" charset="0"/>
                  </a:rPr>
                  <a:t> </a:t>
                </a:r>
                <a:r>
                  <a:rPr lang="it-IT" sz="1100" b="1" dirty="0">
                    <a:latin typeface="Overpass" pitchFamily="2" charset="0"/>
                  </a:rPr>
                  <a:t>| </a:t>
                </a:r>
                <a:r>
                  <a:rPr lang="it-IT" sz="1050" b="1" dirty="0">
                    <a:latin typeface="Overpass" pitchFamily="2" charset="0"/>
                  </a:rPr>
                  <a:t>QA/QC Analyst </a:t>
                </a:r>
                <a:r>
                  <a:rPr lang="it-IT" sz="1100" b="1" dirty="0">
                    <a:latin typeface="Overpass" pitchFamily="2" charset="0"/>
                  </a:rPr>
                  <a:t>| </a:t>
                </a:r>
                <a:r>
                  <a:rPr lang="it-IT" sz="1200" b="1" dirty="0">
                    <a:latin typeface="Overpass" pitchFamily="2" charset="0"/>
                  </a:rPr>
                  <a:t>2008 – 2009</a:t>
                </a:r>
                <a:endParaRPr lang="it-IT" sz="1200" b="1" dirty="0">
                  <a:latin typeface="Overpass" pitchFamily="2" charset="0"/>
                  <a:ea typeface="Tahoma" panose="020B0604030504040204" pitchFamily="34" charset="0"/>
                  <a:cs typeface="Tahoma" panose="020B0604030504040204" pitchFamily="34" charset="0"/>
                </a:endParaRPr>
              </a:p>
              <a:p>
                <a:pPr marL="85725" indent="-85725">
                  <a:lnSpc>
                    <a:spcPct val="100000"/>
                  </a:lnSpc>
                  <a:spcBef>
                    <a:spcPts val="200"/>
                  </a:spcBef>
                  <a:buFont typeface="Arial" panose="020B0604020202020204" pitchFamily="34" charset="0"/>
                  <a:buChar char="•"/>
                </a:pPr>
                <a:r>
                  <a:rPr lang="en-US" sz="1100" b="1" dirty="0">
                    <a:latin typeface="Overpass" pitchFamily="2" charset="0"/>
                  </a:rPr>
                  <a:t>Manufacturing QA:</a:t>
                </a:r>
                <a:r>
                  <a:rPr lang="en-US" sz="1100" dirty="0">
                    <a:latin typeface="Overpass" pitchFamily="2" charset="0"/>
                  </a:rPr>
                  <a:t> Executed QA/QC protocols in </a:t>
                </a:r>
                <a:r>
                  <a:rPr lang="en-US" sz="1100" b="1" dirty="0">
                    <a:latin typeface="Overpass" pitchFamily="2" charset="0"/>
                  </a:rPr>
                  <a:t>bioreactor manufacturing</a:t>
                </a:r>
                <a:r>
                  <a:rPr lang="en-US" sz="1100" dirty="0">
                    <a:latin typeface="Overpass" pitchFamily="2" charset="0"/>
                  </a:rPr>
                  <a:t> environments, ensuring strict adherence to </a:t>
                </a:r>
                <a:r>
                  <a:rPr lang="en-US" sz="1100" b="1" dirty="0">
                    <a:latin typeface="Overpass" pitchFamily="2" charset="0"/>
                  </a:rPr>
                  <a:t>GMP/GLP</a:t>
                </a:r>
                <a:r>
                  <a:rPr lang="en-US" sz="1100" dirty="0">
                    <a:latin typeface="Overpass" pitchFamily="2" charset="0"/>
                  </a:rPr>
                  <a:t> standards.</a:t>
                </a:r>
              </a:p>
            </p:txBody>
          </p:sp>
        </p:grpSp>
      </p:grpSp>
    </p:spTree>
    <p:extLst>
      <p:ext uri="{BB962C8B-B14F-4D97-AF65-F5344CB8AC3E}">
        <p14:creationId xmlns:p14="http://schemas.microsoft.com/office/powerpoint/2010/main" val="1945325877"/>
      </p:ext>
    </p:extLst>
  </p:cSld>
  <p:clrMapOvr>
    <a:masterClrMapping/>
  </p:clrMapOvr>
</p:sld>
</file>

<file path=ppt/theme/theme1.xml><?xml version="1.0" encoding="utf-8"?>
<a:theme xmlns:a="http://schemas.openxmlformats.org/drawingml/2006/main" name="Office Theme">
  <a:themeElements>
    <a:clrScheme name="Custom 3">
      <a:dk1>
        <a:srgbClr val="000000"/>
      </a:dk1>
      <a:lt1>
        <a:srgbClr val="FFFFFF"/>
      </a:lt1>
      <a:dk2>
        <a:srgbClr val="0073E6"/>
      </a:dk2>
      <a:lt2>
        <a:srgbClr val="ECECEC"/>
      </a:lt2>
      <a:accent1>
        <a:srgbClr val="4253B3"/>
      </a:accent1>
      <a:accent2>
        <a:srgbClr val="9C93FF"/>
      </a:accent2>
      <a:accent3>
        <a:srgbClr val="AD547C"/>
      </a:accent3>
      <a:accent4>
        <a:srgbClr val="934DA5"/>
      </a:accent4>
      <a:accent5>
        <a:srgbClr val="6E50B4"/>
      </a:accent5>
      <a:accent6>
        <a:srgbClr val="4F5BB7"/>
      </a:accent6>
      <a:hlink>
        <a:srgbClr val="F83837"/>
      </a:hlink>
      <a:folHlink>
        <a:srgbClr val="58ACF6"/>
      </a:folHlink>
    </a:clrScheme>
    <a:fontScheme name="Custom 31">
      <a:majorFont>
        <a:latin typeface="Georgia"/>
        <a:ea typeface=""/>
        <a:cs typeface=""/>
      </a:majorFont>
      <a:minorFont>
        <a:latin typeface="Franklin Gothic Boo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orchid-resume_win32_SL_v7.potx" id="{A787C318-3181-4A77-B7C8-5722A7A19F30}" vid="{C19FF49A-4F30-46C6-8079-C77920ACD5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Classic orchid resume</Template>
  <TotalTime>131283</TotalTime>
  <Words>523</Words>
  <Application>Microsoft Office PowerPoint</Application>
  <PresentationFormat>Custom</PresentationFormat>
  <Paragraphs>32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Franklin Gothic Book</vt:lpstr>
      <vt:lpstr>Georgia</vt:lpstr>
      <vt:lpstr>Overpass</vt:lpstr>
      <vt:lpstr>Office Theme</vt:lpstr>
      <vt:lpstr>INON BAASOV</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Inon Baasov</dc:creator>
  <cp:lastModifiedBy>Inon Baasov</cp:lastModifiedBy>
  <cp:revision>16</cp:revision>
  <dcterms:created xsi:type="dcterms:W3CDTF">2024-07-25T09:15:15Z</dcterms:created>
  <dcterms:modified xsi:type="dcterms:W3CDTF">2026-01-15T14:41:59Z</dcterms:modified>
</cp:coreProperties>
</file>