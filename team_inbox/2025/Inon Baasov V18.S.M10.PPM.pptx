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3"/>
  </p:notesMasterIdLst>
  <p:handoutMasterIdLst>
    <p:handoutMasterId r:id="rId4"/>
  </p:handoutMasterIdLst>
  <p:sldIdLst>
    <p:sldId id="260" r:id="rId2"/>
  </p:sldIdLst>
  <p:sldSz cx="6858000" cy="9144000" type="letter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5472" userDrawn="1">
          <p15:clr>
            <a:srgbClr val="A4A3A4"/>
          </p15:clr>
        </p15:guide>
        <p15:guide id="2" pos="264" userDrawn="1">
          <p15:clr>
            <a:srgbClr val="A4A3A4"/>
          </p15:clr>
        </p15:guide>
        <p15:guide id="3" pos="4056" userDrawn="1">
          <p15:clr>
            <a:srgbClr val="A4A3A4"/>
          </p15:clr>
        </p15:guide>
        <p15:guide id="4" orient="horz" pos="480" userDrawn="1">
          <p15:clr>
            <a:srgbClr val="A4A3A4"/>
          </p15:clr>
        </p15:guide>
        <p15:guide id="5" pos="2208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0ABE2"/>
    <a:srgbClr val="5E429C"/>
    <a:srgbClr val="4E3781"/>
    <a:srgbClr val="7233FF"/>
    <a:srgbClr val="7263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042" autoAdjust="0"/>
    <p:restoredTop sz="95223" autoAdjust="0"/>
  </p:normalViewPr>
  <p:slideViewPr>
    <p:cSldViewPr snapToGrid="0" snapToObjects="1" showGuides="1">
      <p:cViewPr>
        <p:scale>
          <a:sx n="125" d="100"/>
          <a:sy n="125" d="100"/>
        </p:scale>
        <p:origin x="2448" y="-348"/>
      </p:cViewPr>
      <p:guideLst>
        <p:guide orient="horz" pos="5472"/>
        <p:guide pos="264"/>
        <p:guide pos="4056"/>
        <p:guide orient="horz" pos="480"/>
        <p:guide pos="2208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napToObjects="1" showGuides="1">
      <p:cViewPr varScale="1">
        <p:scale>
          <a:sx n="65" d="100"/>
          <a:sy n="65" d="100"/>
        </p:scale>
        <p:origin x="3082" y="3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10" Type="http://schemas.microsoft.com/office/2018/10/relationships/authors" Target="authors.xml"/><Relationship Id="rId4" Type="http://schemas.openxmlformats.org/officeDocument/2006/relationships/handoutMaster" Target="handoutMasters/handoutMaster1.xml"/><Relationship Id="rId9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Inon Baasov" userId="675f8575db202d33" providerId="LiveId" clId="{6535A8C2-D6D1-40A6-B57B-6CAB1510FB70}"/>
    <pc:docChg chg="modSld">
      <pc:chgData name="Inon Baasov" userId="675f8575db202d33" providerId="LiveId" clId="{6535A8C2-D6D1-40A6-B57B-6CAB1510FB70}" dt="2025-10-29T11:29:27.887" v="280" actId="14100"/>
      <pc:docMkLst>
        <pc:docMk/>
      </pc:docMkLst>
      <pc:sldChg chg="modSp mod">
        <pc:chgData name="Inon Baasov" userId="675f8575db202d33" providerId="LiveId" clId="{6535A8C2-D6D1-40A6-B57B-6CAB1510FB70}" dt="2025-10-29T11:29:27.887" v="280" actId="14100"/>
        <pc:sldMkLst>
          <pc:docMk/>
          <pc:sldMk cId="1945325877" sldId="260"/>
        </pc:sldMkLst>
        <pc:spChg chg="mod">
          <ac:chgData name="Inon Baasov" userId="675f8575db202d33" providerId="LiveId" clId="{6535A8C2-D6D1-40A6-B57B-6CAB1510FB70}" dt="2025-10-22T10:48:16.856" v="0"/>
          <ac:spMkLst>
            <pc:docMk/>
            <pc:sldMk cId="1945325877" sldId="260"/>
            <ac:spMk id="4" creationId="{A14E25B9-74B7-1D86-F100-61C9666B8B8B}"/>
          </ac:spMkLst>
        </pc:spChg>
        <pc:spChg chg="mod">
          <ac:chgData name="Inon Baasov" userId="675f8575db202d33" providerId="LiveId" clId="{6535A8C2-D6D1-40A6-B57B-6CAB1510FB70}" dt="2025-10-22T10:49:37.869" v="5" actId="21"/>
          <ac:spMkLst>
            <pc:docMk/>
            <pc:sldMk cId="1945325877" sldId="260"/>
            <ac:spMk id="5" creationId="{CD85A639-1B8A-878B-04BB-3EE82339007A}"/>
          </ac:spMkLst>
        </pc:spChg>
        <pc:spChg chg="mod">
          <ac:chgData name="Inon Baasov" userId="675f8575db202d33" providerId="LiveId" clId="{6535A8C2-D6D1-40A6-B57B-6CAB1510FB70}" dt="2025-10-29T11:29:27.887" v="280" actId="14100"/>
          <ac:spMkLst>
            <pc:docMk/>
            <pc:sldMk cId="1945325877" sldId="260"/>
            <ac:spMk id="7" creationId="{C74AC998-3F7B-596D-682D-63841FD8BC26}"/>
          </ac:spMkLst>
        </pc:spChg>
        <pc:spChg chg="mod">
          <ac:chgData name="Inon Baasov" userId="675f8575db202d33" providerId="LiveId" clId="{6535A8C2-D6D1-40A6-B57B-6CAB1510FB70}" dt="2025-10-29T11:27:06.296" v="261" actId="1036"/>
          <ac:spMkLst>
            <pc:docMk/>
            <pc:sldMk cId="1945325877" sldId="260"/>
            <ac:spMk id="9" creationId="{6871FAD5-DAC9-2E88-43EE-71DE2313B5BC}"/>
          </ac:spMkLst>
        </pc:spChg>
        <pc:spChg chg="mod">
          <ac:chgData name="Inon Baasov" userId="675f8575db202d33" providerId="LiveId" clId="{6535A8C2-D6D1-40A6-B57B-6CAB1510FB70}" dt="2025-10-29T11:27:01.116" v="254" actId="1036"/>
          <ac:spMkLst>
            <pc:docMk/>
            <pc:sldMk cId="1945325877" sldId="260"/>
            <ac:spMk id="10" creationId="{BA499EBC-730C-6472-42B1-4FBCAD1BA552}"/>
          </ac:spMkLst>
        </pc:spChg>
        <pc:spChg chg="mod">
          <ac:chgData name="Inon Baasov" userId="675f8575db202d33" providerId="LiveId" clId="{6535A8C2-D6D1-40A6-B57B-6CAB1510FB70}" dt="2025-10-29T11:27:15.413" v="279" actId="1035"/>
          <ac:spMkLst>
            <pc:docMk/>
            <pc:sldMk cId="1945325877" sldId="260"/>
            <ac:spMk id="11" creationId="{D6C75DF8-197B-BFD3-34D2-297D5EA3D213}"/>
          </ac:spMkLst>
        </pc:spChg>
        <pc:spChg chg="mod">
          <ac:chgData name="Inon Baasov" userId="675f8575db202d33" providerId="LiveId" clId="{6535A8C2-D6D1-40A6-B57B-6CAB1510FB70}" dt="2025-10-29T11:27:10.612" v="271" actId="1036"/>
          <ac:spMkLst>
            <pc:docMk/>
            <pc:sldMk cId="1945325877" sldId="260"/>
            <ac:spMk id="154" creationId="{7B120799-BCC3-8E46-2EA5-CFAE368C1FC7}"/>
          </ac:spMkLst>
        </pc:spChg>
        <pc:spChg chg="mod">
          <ac:chgData name="Inon Baasov" userId="675f8575db202d33" providerId="LiveId" clId="{6535A8C2-D6D1-40A6-B57B-6CAB1510FB70}" dt="2025-10-29T11:23:54.154" v="41"/>
          <ac:spMkLst>
            <pc:docMk/>
            <pc:sldMk cId="1945325877" sldId="260"/>
            <ac:spMk id="242" creationId="{736313EA-3C2D-C5A9-2ED3-22681A16B477}"/>
          </ac:spMkLst>
        </pc:spChg>
        <pc:grpChg chg="mod">
          <ac:chgData name="Inon Baasov" userId="675f8575db202d33" providerId="LiveId" clId="{6535A8C2-D6D1-40A6-B57B-6CAB1510FB70}" dt="2025-10-22T10:48:16.856" v="0"/>
          <ac:grpSpMkLst>
            <pc:docMk/>
            <pc:sldMk cId="1945325877" sldId="260"/>
            <ac:grpSpMk id="2" creationId="{E8F3DD04-3596-890A-0289-4F6EC51FBB48}"/>
          </ac:grpSpMkLst>
        </pc:grpChg>
        <pc:grpChg chg="mod">
          <ac:chgData name="Inon Baasov" userId="675f8575db202d33" providerId="LiveId" clId="{6535A8C2-D6D1-40A6-B57B-6CAB1510FB70}" dt="2025-10-29T11:23:54.154" v="41"/>
          <ac:grpSpMkLst>
            <pc:docMk/>
            <pc:sldMk cId="1945325877" sldId="260"/>
            <ac:grpSpMk id="6" creationId="{D943FD8F-B645-F5DD-0443-9670451D8FB5}"/>
          </ac:grpSpMkLst>
        </pc:grpChg>
        <pc:grpChg chg="mod">
          <ac:chgData name="Inon Baasov" userId="675f8575db202d33" providerId="LiveId" clId="{6535A8C2-D6D1-40A6-B57B-6CAB1510FB70}" dt="2025-10-29T11:23:54.154" v="41"/>
          <ac:grpSpMkLst>
            <pc:docMk/>
            <pc:sldMk cId="1945325877" sldId="260"/>
            <ac:grpSpMk id="8" creationId="{0706554B-DAEA-F04A-7818-F1555F0613DF}"/>
          </ac:grpSpMkLst>
        </pc:grpChg>
        <pc:grpChg chg="mod">
          <ac:chgData name="Inon Baasov" userId="675f8575db202d33" providerId="LiveId" clId="{6535A8C2-D6D1-40A6-B57B-6CAB1510FB70}" dt="2025-10-29T11:23:54.154" v="41"/>
          <ac:grpSpMkLst>
            <pc:docMk/>
            <pc:sldMk cId="1945325877" sldId="260"/>
            <ac:grpSpMk id="12" creationId="{CA96F9C5-B4EE-2CE6-5E39-6D2B06DDBAA4}"/>
          </ac:grpSpMkLst>
        </pc:gr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3BBD6D3A-6FF1-3245-8C0C-0CDAD9137D3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441029F-5AC1-4540-B209-199E706F7FB5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63396E7-87BF-864A-BE04-A221C272D6E1}" type="datetimeFigureOut">
              <a:rPr lang="en-US" smtClean="0"/>
              <a:t>10/29/2025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324ECBB-A41A-8545-BE90-99EEEFFE585F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D882C71-B8E6-9B4A-85BE-BA104C2C46F3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4C17898-3A10-CF44-A552-3280948685A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0825212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9BDC7F0-27B3-48E7-9288-964E7EEDAEE4}" type="datetimeFigureOut">
              <a:rPr lang="en-US" smtClean="0"/>
              <a:t>10/29/2025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71713" y="1143000"/>
            <a:ext cx="231457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20E8996-8344-4FE8-B696-CB62494C532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315904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323628FB-09C0-9218-8AD8-484522160E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3108960" cy="9144000"/>
          </a:xfrm>
          <a:prstGeom prst="rect">
            <a:avLst/>
          </a:prstGeom>
          <a:solidFill>
            <a:schemeClr val="accent5">
              <a:lumMod val="40000"/>
              <a:lumOff val="60000"/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DFB405A6-4054-4F5B-DFE8-CC8F1C8A40F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5982" y="334437"/>
            <a:ext cx="2547906" cy="1767417"/>
          </a:xfrm>
        </p:spPr>
        <p:txBody>
          <a:bodyPr>
            <a:normAutofit/>
          </a:bodyPr>
          <a:lstStyle>
            <a:lvl1pPr>
              <a:defRPr sz="4000" b="1"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Add Title</a:t>
            </a:r>
          </a:p>
        </p:txBody>
      </p:sp>
      <p:sp>
        <p:nvSpPr>
          <p:cNvPr id="15" name="Subtitle 1">
            <a:extLst>
              <a:ext uri="{FF2B5EF4-FFF2-40B4-BE49-F238E27FC236}">
                <a16:creationId xmlns:a16="http://schemas.microsoft.com/office/drawing/2014/main" id="{B5BBB822-3F61-8847-9FE1-AC2152B707D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65982" y="2161165"/>
            <a:ext cx="2255838" cy="409575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5"/>
                </a:solidFill>
                <a:latin typeface="+mj-lt"/>
              </a:defRPr>
            </a:lvl1pPr>
            <a:lvl2pPr marL="342900" indent="0">
              <a:buNone/>
              <a:defRPr sz="1000" b="1"/>
            </a:lvl2pPr>
            <a:lvl3pPr marL="685800" indent="0">
              <a:buNone/>
              <a:defRPr sz="1000" b="1"/>
            </a:lvl3pPr>
            <a:lvl4pPr marL="1028700" indent="0">
              <a:buNone/>
              <a:defRPr sz="1000" b="1"/>
            </a:lvl4pPr>
            <a:lvl5pPr marL="1371600" indent="0">
              <a:buNone/>
              <a:defRPr sz="1000" b="1"/>
            </a:lvl5pPr>
          </a:lstStyle>
          <a:p>
            <a:pPr lvl="0"/>
            <a:r>
              <a:rPr lang="en-US" dirty="0"/>
              <a:t>Add title</a:t>
            </a:r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4BB9DCF0-3C53-572B-BEDB-E6FF6DAEEE8C}"/>
              </a:ext>
            </a:extLst>
          </p:cNvPr>
          <p:cNvSpPr>
            <a:spLocks noGrp="1"/>
          </p:cNvSpPr>
          <p:nvPr>
            <p:ph type="pic" sz="quarter" idx="42"/>
          </p:nvPr>
        </p:nvSpPr>
        <p:spPr>
          <a:xfrm>
            <a:off x="393639" y="2534671"/>
            <a:ext cx="201168" cy="201168"/>
          </a:xfrm>
        </p:spPr>
        <p:txBody>
          <a:bodyPr lIns="0" tIns="0" rIns="0" bIns="0" anchor="ctr">
            <a:noAutofit/>
          </a:bodyPr>
          <a:lstStyle>
            <a:lvl1pPr marL="0" indent="0" algn="ctr">
              <a:buNone/>
              <a:defRPr sz="4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0" name="Text Placeholder 1">
            <a:extLst>
              <a:ext uri="{FF2B5EF4-FFF2-40B4-BE49-F238E27FC236}">
                <a16:creationId xmlns:a16="http://schemas.microsoft.com/office/drawing/2014/main" id="{848FBFDE-1CD7-2BB9-4D11-81BF1341E121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608603" y="2531944"/>
            <a:ext cx="2255838" cy="207705"/>
          </a:xfrm>
        </p:spPr>
        <p:txBody>
          <a:bodyPr>
            <a:noAutofit/>
          </a:bodyPr>
          <a:lstStyle>
            <a:lvl1pPr marL="0" indent="0">
              <a:buNone/>
              <a:defRPr sz="1000" b="0">
                <a:solidFill>
                  <a:schemeClr val="tx1"/>
                </a:solidFill>
                <a:latin typeface="+mn-lt"/>
              </a:defRPr>
            </a:lvl1pPr>
            <a:lvl2pPr marL="342900" indent="0">
              <a:buNone/>
              <a:defRPr sz="1000" b="1"/>
            </a:lvl2pPr>
            <a:lvl3pPr marL="685800" indent="0">
              <a:buNone/>
              <a:defRPr sz="1000" b="1"/>
            </a:lvl3pPr>
            <a:lvl4pPr marL="1028700" indent="0">
              <a:buNone/>
              <a:defRPr sz="1000" b="1"/>
            </a:lvl4pPr>
            <a:lvl5pPr marL="1371600" indent="0">
              <a:buNone/>
              <a:defRPr sz="1000" b="1"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9" name="Picture Placeholder 7">
            <a:extLst>
              <a:ext uri="{FF2B5EF4-FFF2-40B4-BE49-F238E27FC236}">
                <a16:creationId xmlns:a16="http://schemas.microsoft.com/office/drawing/2014/main" id="{5D02C291-F6CF-ACA7-A85C-5A6C8466216E}"/>
              </a:ext>
            </a:extLst>
          </p:cNvPr>
          <p:cNvSpPr>
            <a:spLocks noGrp="1"/>
          </p:cNvSpPr>
          <p:nvPr>
            <p:ph type="pic" sz="quarter" idx="43"/>
          </p:nvPr>
        </p:nvSpPr>
        <p:spPr>
          <a:xfrm>
            <a:off x="393639" y="2783314"/>
            <a:ext cx="201168" cy="201168"/>
          </a:xfrm>
        </p:spPr>
        <p:txBody>
          <a:bodyPr lIns="0" tIns="0" rIns="0" bIns="0" anchor="ctr">
            <a:noAutofit/>
          </a:bodyPr>
          <a:lstStyle>
            <a:lvl1pPr marL="0" indent="0" algn="ctr">
              <a:buNone/>
              <a:defRPr sz="4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1" name="Text Placeholder 2">
            <a:extLst>
              <a:ext uri="{FF2B5EF4-FFF2-40B4-BE49-F238E27FC236}">
                <a16:creationId xmlns:a16="http://schemas.microsoft.com/office/drawing/2014/main" id="{A07DDA14-3480-A3E9-1F0C-6BFCC39A012D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608603" y="2782446"/>
            <a:ext cx="2255838" cy="207705"/>
          </a:xfrm>
        </p:spPr>
        <p:txBody>
          <a:bodyPr>
            <a:noAutofit/>
          </a:bodyPr>
          <a:lstStyle>
            <a:lvl1pPr marL="0" indent="0">
              <a:buNone/>
              <a:defRPr sz="1000" b="0">
                <a:solidFill>
                  <a:schemeClr val="tx1"/>
                </a:solidFill>
                <a:latin typeface="+mn-lt"/>
              </a:defRPr>
            </a:lvl1pPr>
            <a:lvl2pPr marL="342900" indent="0">
              <a:buNone/>
              <a:defRPr sz="1000" b="1"/>
            </a:lvl2pPr>
            <a:lvl3pPr marL="685800" indent="0">
              <a:buNone/>
              <a:defRPr sz="1000" b="1"/>
            </a:lvl3pPr>
            <a:lvl4pPr marL="1028700" indent="0">
              <a:buNone/>
              <a:defRPr sz="1000" b="1"/>
            </a:lvl4pPr>
            <a:lvl5pPr marL="1371600" indent="0">
              <a:buNone/>
              <a:defRPr sz="1000" b="1"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10" name="Picture Placeholder 7">
            <a:extLst>
              <a:ext uri="{FF2B5EF4-FFF2-40B4-BE49-F238E27FC236}">
                <a16:creationId xmlns:a16="http://schemas.microsoft.com/office/drawing/2014/main" id="{738550BD-6F22-25CD-EC94-B9BAA332E79B}"/>
              </a:ext>
            </a:extLst>
          </p:cNvPr>
          <p:cNvSpPr>
            <a:spLocks noGrp="1"/>
          </p:cNvSpPr>
          <p:nvPr>
            <p:ph type="pic" sz="quarter" idx="44"/>
          </p:nvPr>
        </p:nvSpPr>
        <p:spPr>
          <a:xfrm>
            <a:off x="393639" y="3043387"/>
            <a:ext cx="201168" cy="201168"/>
          </a:xfrm>
        </p:spPr>
        <p:txBody>
          <a:bodyPr lIns="0" tIns="0" rIns="0" bIns="0" anchor="ctr">
            <a:noAutofit/>
          </a:bodyPr>
          <a:lstStyle>
            <a:lvl1pPr marL="0" indent="0" algn="ctr">
              <a:buNone/>
              <a:defRPr sz="4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2" name="Text Placeholder 3">
            <a:extLst>
              <a:ext uri="{FF2B5EF4-FFF2-40B4-BE49-F238E27FC236}">
                <a16:creationId xmlns:a16="http://schemas.microsoft.com/office/drawing/2014/main" id="{DD77BF0B-2F4E-26FF-6061-CE3BA6AE8AEB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608603" y="3039200"/>
            <a:ext cx="2255838" cy="207705"/>
          </a:xfrm>
        </p:spPr>
        <p:txBody>
          <a:bodyPr>
            <a:noAutofit/>
          </a:bodyPr>
          <a:lstStyle>
            <a:lvl1pPr marL="0" indent="0">
              <a:buNone/>
              <a:defRPr sz="1000" b="0">
                <a:solidFill>
                  <a:schemeClr val="tx1"/>
                </a:solidFill>
                <a:latin typeface="+mn-lt"/>
              </a:defRPr>
            </a:lvl1pPr>
            <a:lvl2pPr marL="342900" indent="0">
              <a:buNone/>
              <a:defRPr sz="1000" b="1"/>
            </a:lvl2pPr>
            <a:lvl3pPr marL="685800" indent="0">
              <a:buNone/>
              <a:defRPr sz="1000" b="1"/>
            </a:lvl3pPr>
            <a:lvl4pPr marL="1028700" indent="0">
              <a:buNone/>
              <a:defRPr sz="1000" b="1"/>
            </a:lvl4pPr>
            <a:lvl5pPr marL="1371600" indent="0">
              <a:buNone/>
              <a:defRPr sz="1000" b="1"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16" name="Subtitle 2">
            <a:extLst>
              <a:ext uri="{FF2B5EF4-FFF2-40B4-BE49-F238E27FC236}">
                <a16:creationId xmlns:a16="http://schemas.microsoft.com/office/drawing/2014/main" id="{DD302E13-9436-7180-A8BD-EA7BB15859A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65982" y="3556211"/>
            <a:ext cx="2255838" cy="409575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5"/>
                </a:solidFill>
                <a:latin typeface="+mj-lt"/>
              </a:defRPr>
            </a:lvl1pPr>
            <a:lvl2pPr marL="342900" indent="0">
              <a:buNone/>
              <a:defRPr sz="1000" b="1"/>
            </a:lvl2pPr>
            <a:lvl3pPr marL="685800" indent="0">
              <a:buNone/>
              <a:defRPr sz="1000" b="1"/>
            </a:lvl3pPr>
            <a:lvl4pPr marL="1028700" indent="0">
              <a:buNone/>
              <a:defRPr sz="1000" b="1"/>
            </a:lvl4pPr>
            <a:lvl5pPr marL="1371600" indent="0">
              <a:buNone/>
              <a:defRPr sz="1000" b="1"/>
            </a:lvl5pPr>
          </a:lstStyle>
          <a:p>
            <a:pPr lvl="0"/>
            <a:r>
              <a:rPr lang="en-US" dirty="0"/>
              <a:t>Add title</a:t>
            </a:r>
          </a:p>
        </p:txBody>
      </p:sp>
      <p:sp>
        <p:nvSpPr>
          <p:cNvPr id="48" name="Text Placeholder 4">
            <a:extLst>
              <a:ext uri="{FF2B5EF4-FFF2-40B4-BE49-F238E27FC236}">
                <a16:creationId xmlns:a16="http://schemas.microsoft.com/office/drawing/2014/main" id="{1F5ACFB8-6727-BA0B-8F16-5BD074AF8671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346524" y="3944613"/>
            <a:ext cx="2255838" cy="207705"/>
          </a:xfrm>
        </p:spPr>
        <p:txBody>
          <a:bodyPr>
            <a:noAutofit/>
          </a:bodyPr>
          <a:lstStyle>
            <a:lvl1pPr marL="0" indent="0">
              <a:buNone/>
              <a:defRPr sz="1000" b="0" cap="all" baseline="0">
                <a:solidFill>
                  <a:schemeClr val="tx1"/>
                </a:solidFill>
                <a:latin typeface="+mn-lt"/>
              </a:defRPr>
            </a:lvl1pPr>
            <a:lvl2pPr marL="342900" indent="0">
              <a:buNone/>
              <a:defRPr sz="1000" b="1"/>
            </a:lvl2pPr>
            <a:lvl3pPr marL="685800" indent="0">
              <a:buNone/>
              <a:defRPr sz="1000" b="1"/>
            </a:lvl3pPr>
            <a:lvl4pPr marL="1028700" indent="0">
              <a:buNone/>
              <a:defRPr sz="1000" b="1"/>
            </a:lvl4pPr>
            <a:lvl5pPr marL="1371600" indent="0">
              <a:buNone/>
              <a:defRPr sz="1000" b="1"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49" name="Text Placeholder 5">
            <a:extLst>
              <a:ext uri="{FF2B5EF4-FFF2-40B4-BE49-F238E27FC236}">
                <a16:creationId xmlns:a16="http://schemas.microsoft.com/office/drawing/2014/main" id="{5537FE34-0820-E912-112A-604D2E8B6F70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348163" y="4134291"/>
            <a:ext cx="2255838" cy="564352"/>
          </a:xfrm>
        </p:spPr>
        <p:txBody>
          <a:bodyPr>
            <a:noAutofit/>
          </a:bodyPr>
          <a:lstStyle>
            <a:lvl1pPr marL="0" indent="0">
              <a:lnSpc>
                <a:spcPts val="1500"/>
              </a:lnSpc>
              <a:buNone/>
              <a:defRPr sz="1000" b="0">
                <a:solidFill>
                  <a:schemeClr val="tx1"/>
                </a:solidFill>
                <a:latin typeface="+mn-lt"/>
              </a:defRPr>
            </a:lvl1pPr>
            <a:lvl2pPr marL="342900" indent="0">
              <a:buNone/>
              <a:defRPr sz="1000" b="1"/>
            </a:lvl2pPr>
            <a:lvl3pPr marL="685800" indent="0">
              <a:buNone/>
              <a:defRPr sz="1000" b="1"/>
            </a:lvl3pPr>
            <a:lvl4pPr marL="1028700" indent="0">
              <a:buNone/>
              <a:defRPr sz="1000" b="1"/>
            </a:lvl4pPr>
            <a:lvl5pPr marL="1371600" indent="0">
              <a:buNone/>
              <a:defRPr sz="1000" b="1"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17" name="Subtitle 3">
            <a:extLst>
              <a:ext uri="{FF2B5EF4-FFF2-40B4-BE49-F238E27FC236}">
                <a16:creationId xmlns:a16="http://schemas.microsoft.com/office/drawing/2014/main" id="{87ABDC44-9CB6-639F-8113-C39B4DC5705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54259" y="4854087"/>
            <a:ext cx="2255838" cy="409575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5"/>
                </a:solidFill>
                <a:latin typeface="+mj-lt"/>
              </a:defRPr>
            </a:lvl1pPr>
            <a:lvl2pPr marL="342900" indent="0">
              <a:buNone/>
              <a:defRPr sz="1000" b="1"/>
            </a:lvl2pPr>
            <a:lvl3pPr marL="685800" indent="0">
              <a:buNone/>
              <a:defRPr sz="1000" b="1"/>
            </a:lvl3pPr>
            <a:lvl4pPr marL="1028700" indent="0">
              <a:buNone/>
              <a:defRPr sz="1000" b="1"/>
            </a:lvl4pPr>
            <a:lvl5pPr marL="1371600" indent="0">
              <a:buNone/>
              <a:defRPr sz="1000" b="1"/>
            </a:lvl5pPr>
          </a:lstStyle>
          <a:p>
            <a:pPr lvl="0"/>
            <a:r>
              <a:rPr lang="en-US" dirty="0"/>
              <a:t>Add title</a:t>
            </a:r>
          </a:p>
        </p:txBody>
      </p:sp>
      <p:sp>
        <p:nvSpPr>
          <p:cNvPr id="54" name="Text Placeholder 7">
            <a:extLst>
              <a:ext uri="{FF2B5EF4-FFF2-40B4-BE49-F238E27FC236}">
                <a16:creationId xmlns:a16="http://schemas.microsoft.com/office/drawing/2014/main" id="{25B77BB7-8B1E-B710-335A-667CFA293FA8}"/>
              </a:ext>
            </a:extLst>
          </p:cNvPr>
          <p:cNvSpPr>
            <a:spLocks noGrp="1"/>
          </p:cNvSpPr>
          <p:nvPr userDrawn="1">
            <p:ph type="body" sz="quarter" idx="45" hasCustomPrompt="1"/>
          </p:nvPr>
        </p:nvSpPr>
        <p:spPr>
          <a:xfrm>
            <a:off x="436483" y="5287168"/>
            <a:ext cx="1828800" cy="64008"/>
          </a:xfrm>
          <a:solidFill>
            <a:schemeClr val="accent5">
              <a:lumMod val="60000"/>
              <a:lumOff val="40000"/>
            </a:schemeClr>
          </a:solidFill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400" b="0" cap="all" spc="80" baseline="0">
                <a:noFill/>
                <a:latin typeface="+mn-lt"/>
              </a:defRPr>
            </a:lvl1pPr>
            <a:lvl2pPr marL="342900" indent="0">
              <a:buNone/>
              <a:defRPr sz="1000" b="1">
                <a:latin typeface="+mn-lt"/>
              </a:defRPr>
            </a:lvl2pPr>
            <a:lvl3pPr marL="685800" indent="0">
              <a:buNone/>
              <a:defRPr sz="1000" b="1">
                <a:latin typeface="+mn-lt"/>
              </a:defRPr>
            </a:lvl3pPr>
            <a:lvl4pPr marL="1028700" indent="0">
              <a:buNone/>
              <a:defRPr sz="1000" b="1">
                <a:latin typeface="+mn-lt"/>
              </a:defRPr>
            </a:lvl4pPr>
            <a:lvl5pPr marL="1371600" indent="0">
              <a:buNone/>
              <a:defRPr sz="1000" b="1">
                <a:latin typeface="+mn-lt"/>
              </a:defRPr>
            </a:lvl5pPr>
          </a:lstStyle>
          <a:p>
            <a:pPr lvl="0"/>
            <a:r>
              <a:rPr lang="en-US" dirty="0"/>
              <a:t>Skill</a:t>
            </a:r>
          </a:p>
        </p:txBody>
      </p:sp>
      <p:sp>
        <p:nvSpPr>
          <p:cNvPr id="55" name="Text Placeholder 7">
            <a:extLst>
              <a:ext uri="{FF2B5EF4-FFF2-40B4-BE49-F238E27FC236}">
                <a16:creationId xmlns:a16="http://schemas.microsoft.com/office/drawing/2014/main" id="{205191D3-01D5-CF69-3362-65A63E79FFFB}"/>
              </a:ext>
            </a:extLst>
          </p:cNvPr>
          <p:cNvSpPr>
            <a:spLocks noGrp="1"/>
          </p:cNvSpPr>
          <p:nvPr userDrawn="1">
            <p:ph type="body" sz="quarter" idx="50" hasCustomPrompt="1"/>
          </p:nvPr>
        </p:nvSpPr>
        <p:spPr>
          <a:xfrm>
            <a:off x="436483" y="5287168"/>
            <a:ext cx="1307592" cy="64008"/>
          </a:xfrm>
          <a:solidFill>
            <a:schemeClr val="accent5"/>
          </a:solidFill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400" b="0" cap="all" spc="80" baseline="0">
                <a:noFill/>
                <a:latin typeface="+mn-lt"/>
              </a:defRPr>
            </a:lvl1pPr>
            <a:lvl2pPr marL="342900" indent="0">
              <a:buNone/>
              <a:defRPr sz="1000" b="1">
                <a:latin typeface="+mn-lt"/>
              </a:defRPr>
            </a:lvl2pPr>
            <a:lvl3pPr marL="685800" indent="0">
              <a:buNone/>
              <a:defRPr sz="1000" b="1">
                <a:latin typeface="+mn-lt"/>
              </a:defRPr>
            </a:lvl3pPr>
            <a:lvl4pPr marL="1028700" indent="0">
              <a:buNone/>
              <a:defRPr sz="1000" b="1">
                <a:latin typeface="+mn-lt"/>
              </a:defRPr>
            </a:lvl4pPr>
            <a:lvl5pPr marL="1371600" indent="0">
              <a:buNone/>
              <a:defRPr sz="1000" b="1">
                <a:latin typeface="+mn-lt"/>
              </a:defRPr>
            </a:lvl5pPr>
          </a:lstStyle>
          <a:p>
            <a:pPr lvl="0"/>
            <a:r>
              <a:rPr lang="en-US" dirty="0"/>
              <a:t>Skill</a:t>
            </a:r>
          </a:p>
        </p:txBody>
      </p:sp>
      <p:sp>
        <p:nvSpPr>
          <p:cNvPr id="40" name="Text Placeholder 6">
            <a:extLst>
              <a:ext uri="{FF2B5EF4-FFF2-40B4-BE49-F238E27FC236}">
                <a16:creationId xmlns:a16="http://schemas.microsoft.com/office/drawing/2014/main" id="{7B91F810-8716-53AA-45FC-BEB0D9035103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353790" y="5342746"/>
            <a:ext cx="2255838" cy="224028"/>
          </a:xfrm>
        </p:spPr>
        <p:txBody>
          <a:bodyPr>
            <a:noAutofit/>
          </a:bodyPr>
          <a:lstStyle>
            <a:lvl1pPr marL="0" indent="0">
              <a:buNone/>
              <a:defRPr sz="1000" b="0" cap="all" baseline="0">
                <a:solidFill>
                  <a:schemeClr val="tx1"/>
                </a:solidFill>
                <a:latin typeface="+mn-lt"/>
              </a:defRPr>
            </a:lvl1pPr>
            <a:lvl2pPr marL="342900" indent="0">
              <a:buNone/>
              <a:defRPr sz="1000" b="1"/>
            </a:lvl2pPr>
            <a:lvl3pPr marL="685800" indent="0">
              <a:buNone/>
              <a:defRPr sz="1000" b="1"/>
            </a:lvl3pPr>
            <a:lvl4pPr marL="1028700" indent="0">
              <a:buNone/>
              <a:defRPr sz="1000" b="1"/>
            </a:lvl4pPr>
            <a:lvl5pPr marL="1371600" indent="0">
              <a:buNone/>
              <a:defRPr sz="1000" b="1"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56" name="Text Placeholder 7">
            <a:extLst>
              <a:ext uri="{FF2B5EF4-FFF2-40B4-BE49-F238E27FC236}">
                <a16:creationId xmlns:a16="http://schemas.microsoft.com/office/drawing/2014/main" id="{5100E32E-1E3F-0B39-F82A-95CA4FABA806}"/>
              </a:ext>
            </a:extLst>
          </p:cNvPr>
          <p:cNvSpPr>
            <a:spLocks noGrp="1"/>
          </p:cNvSpPr>
          <p:nvPr userDrawn="1">
            <p:ph type="body" sz="quarter" idx="46" hasCustomPrompt="1"/>
          </p:nvPr>
        </p:nvSpPr>
        <p:spPr>
          <a:xfrm>
            <a:off x="436483" y="5648288"/>
            <a:ext cx="1828800" cy="64008"/>
          </a:xfrm>
          <a:solidFill>
            <a:schemeClr val="accent5">
              <a:lumMod val="60000"/>
              <a:lumOff val="40000"/>
            </a:schemeClr>
          </a:solidFill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400" b="0" cap="all" spc="80" baseline="0">
                <a:noFill/>
                <a:latin typeface="+mn-lt"/>
              </a:defRPr>
            </a:lvl1pPr>
            <a:lvl2pPr marL="342900" indent="0">
              <a:buNone/>
              <a:defRPr sz="1000" b="1">
                <a:latin typeface="+mn-lt"/>
              </a:defRPr>
            </a:lvl2pPr>
            <a:lvl3pPr marL="685800" indent="0">
              <a:buNone/>
              <a:defRPr sz="1000" b="1">
                <a:latin typeface="+mn-lt"/>
              </a:defRPr>
            </a:lvl3pPr>
            <a:lvl4pPr marL="1028700" indent="0">
              <a:buNone/>
              <a:defRPr sz="1000" b="1">
                <a:latin typeface="+mn-lt"/>
              </a:defRPr>
            </a:lvl4pPr>
            <a:lvl5pPr marL="1371600" indent="0">
              <a:buNone/>
              <a:defRPr sz="1000" b="1">
                <a:latin typeface="+mn-lt"/>
              </a:defRPr>
            </a:lvl5pPr>
          </a:lstStyle>
          <a:p>
            <a:pPr lvl="0"/>
            <a:r>
              <a:rPr lang="en-US" dirty="0"/>
              <a:t>Skill</a:t>
            </a:r>
          </a:p>
        </p:txBody>
      </p:sp>
      <p:sp>
        <p:nvSpPr>
          <p:cNvPr id="57" name="Text Placeholder 7">
            <a:extLst>
              <a:ext uri="{FF2B5EF4-FFF2-40B4-BE49-F238E27FC236}">
                <a16:creationId xmlns:a16="http://schemas.microsoft.com/office/drawing/2014/main" id="{4E4A64E9-E99A-661C-14D2-3651D11A4D39}"/>
              </a:ext>
            </a:extLst>
          </p:cNvPr>
          <p:cNvSpPr>
            <a:spLocks noGrp="1"/>
          </p:cNvSpPr>
          <p:nvPr userDrawn="1">
            <p:ph type="body" sz="quarter" idx="51" hasCustomPrompt="1"/>
          </p:nvPr>
        </p:nvSpPr>
        <p:spPr>
          <a:xfrm>
            <a:off x="436483" y="5648288"/>
            <a:ext cx="1737360" cy="64008"/>
          </a:xfrm>
          <a:solidFill>
            <a:schemeClr val="accent5"/>
          </a:solidFill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400" b="0" cap="all" spc="80" baseline="0">
                <a:noFill/>
                <a:latin typeface="+mn-lt"/>
              </a:defRPr>
            </a:lvl1pPr>
            <a:lvl2pPr marL="342900" indent="0">
              <a:buNone/>
              <a:defRPr sz="1000" b="1">
                <a:latin typeface="+mn-lt"/>
              </a:defRPr>
            </a:lvl2pPr>
            <a:lvl3pPr marL="685800" indent="0">
              <a:buNone/>
              <a:defRPr sz="1000" b="1">
                <a:latin typeface="+mn-lt"/>
              </a:defRPr>
            </a:lvl3pPr>
            <a:lvl4pPr marL="1028700" indent="0">
              <a:buNone/>
              <a:defRPr sz="1000" b="1">
                <a:latin typeface="+mn-lt"/>
              </a:defRPr>
            </a:lvl4pPr>
            <a:lvl5pPr marL="1371600" indent="0">
              <a:buNone/>
              <a:defRPr sz="1000" b="1">
                <a:latin typeface="+mn-lt"/>
              </a:defRPr>
            </a:lvl5pPr>
          </a:lstStyle>
          <a:p>
            <a:pPr lvl="0"/>
            <a:r>
              <a:rPr lang="en-US" dirty="0"/>
              <a:t>Skill</a:t>
            </a:r>
          </a:p>
        </p:txBody>
      </p:sp>
      <p:sp>
        <p:nvSpPr>
          <p:cNvPr id="41" name="Text Placeholder 7">
            <a:extLst>
              <a:ext uri="{FF2B5EF4-FFF2-40B4-BE49-F238E27FC236}">
                <a16:creationId xmlns:a16="http://schemas.microsoft.com/office/drawing/2014/main" id="{374C7F2F-446E-F9EB-F954-E1237F4FB375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353790" y="5704696"/>
            <a:ext cx="2255838" cy="224028"/>
          </a:xfrm>
        </p:spPr>
        <p:txBody>
          <a:bodyPr>
            <a:noAutofit/>
          </a:bodyPr>
          <a:lstStyle>
            <a:lvl1pPr marL="0" indent="0">
              <a:buNone/>
              <a:defRPr sz="1000" b="0" cap="all" baseline="0">
                <a:solidFill>
                  <a:schemeClr val="tx1"/>
                </a:solidFill>
                <a:latin typeface="+mn-lt"/>
              </a:defRPr>
            </a:lvl1pPr>
            <a:lvl2pPr marL="342900" indent="0">
              <a:buNone/>
              <a:defRPr sz="1000" b="1"/>
            </a:lvl2pPr>
            <a:lvl3pPr marL="685800" indent="0">
              <a:buNone/>
              <a:defRPr sz="1000" b="1"/>
            </a:lvl3pPr>
            <a:lvl4pPr marL="1028700" indent="0">
              <a:buNone/>
              <a:defRPr sz="1000" b="1"/>
            </a:lvl4pPr>
            <a:lvl5pPr marL="1371600" indent="0">
              <a:buNone/>
              <a:defRPr sz="1000" b="1"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58" name="Text Placeholder 7">
            <a:extLst>
              <a:ext uri="{FF2B5EF4-FFF2-40B4-BE49-F238E27FC236}">
                <a16:creationId xmlns:a16="http://schemas.microsoft.com/office/drawing/2014/main" id="{72285F55-A7F4-BFBA-87CF-6E9EC63501EA}"/>
              </a:ext>
            </a:extLst>
          </p:cNvPr>
          <p:cNvSpPr>
            <a:spLocks noGrp="1"/>
          </p:cNvSpPr>
          <p:nvPr userDrawn="1">
            <p:ph type="body" sz="quarter" idx="47" hasCustomPrompt="1"/>
          </p:nvPr>
        </p:nvSpPr>
        <p:spPr>
          <a:xfrm>
            <a:off x="436483" y="6014191"/>
            <a:ext cx="1828800" cy="64008"/>
          </a:xfrm>
          <a:solidFill>
            <a:schemeClr val="accent5">
              <a:lumMod val="60000"/>
              <a:lumOff val="40000"/>
            </a:schemeClr>
          </a:solidFill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400" b="0" cap="all" spc="80" baseline="0">
                <a:noFill/>
                <a:latin typeface="+mn-lt"/>
              </a:defRPr>
            </a:lvl1pPr>
            <a:lvl2pPr marL="342900" indent="0">
              <a:buNone/>
              <a:defRPr sz="1000" b="1">
                <a:latin typeface="+mn-lt"/>
              </a:defRPr>
            </a:lvl2pPr>
            <a:lvl3pPr marL="685800" indent="0">
              <a:buNone/>
              <a:defRPr sz="1000" b="1">
                <a:latin typeface="+mn-lt"/>
              </a:defRPr>
            </a:lvl3pPr>
            <a:lvl4pPr marL="1028700" indent="0">
              <a:buNone/>
              <a:defRPr sz="1000" b="1">
                <a:latin typeface="+mn-lt"/>
              </a:defRPr>
            </a:lvl4pPr>
            <a:lvl5pPr marL="1371600" indent="0">
              <a:buNone/>
              <a:defRPr sz="1000" b="1">
                <a:latin typeface="+mn-lt"/>
              </a:defRPr>
            </a:lvl5pPr>
          </a:lstStyle>
          <a:p>
            <a:pPr lvl="0"/>
            <a:r>
              <a:rPr lang="en-US" dirty="0"/>
              <a:t>Skill</a:t>
            </a:r>
          </a:p>
        </p:txBody>
      </p:sp>
      <p:sp>
        <p:nvSpPr>
          <p:cNvPr id="59" name="Text Placeholder 7">
            <a:extLst>
              <a:ext uri="{FF2B5EF4-FFF2-40B4-BE49-F238E27FC236}">
                <a16:creationId xmlns:a16="http://schemas.microsoft.com/office/drawing/2014/main" id="{861B721E-905B-B616-1FDC-23DA0F8D7988}"/>
              </a:ext>
            </a:extLst>
          </p:cNvPr>
          <p:cNvSpPr>
            <a:spLocks noGrp="1"/>
          </p:cNvSpPr>
          <p:nvPr userDrawn="1">
            <p:ph type="body" sz="quarter" idx="52" hasCustomPrompt="1"/>
          </p:nvPr>
        </p:nvSpPr>
        <p:spPr>
          <a:xfrm>
            <a:off x="436483" y="6014191"/>
            <a:ext cx="1737360" cy="64008"/>
          </a:xfrm>
          <a:solidFill>
            <a:schemeClr val="accent5"/>
          </a:solidFill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400" b="0" cap="all" spc="80" baseline="0">
                <a:noFill/>
                <a:latin typeface="+mn-lt"/>
              </a:defRPr>
            </a:lvl1pPr>
            <a:lvl2pPr marL="342900" indent="0">
              <a:buNone/>
              <a:defRPr sz="1000" b="1">
                <a:latin typeface="+mn-lt"/>
              </a:defRPr>
            </a:lvl2pPr>
            <a:lvl3pPr marL="685800" indent="0">
              <a:buNone/>
              <a:defRPr sz="1000" b="1">
                <a:latin typeface="+mn-lt"/>
              </a:defRPr>
            </a:lvl3pPr>
            <a:lvl4pPr marL="1028700" indent="0">
              <a:buNone/>
              <a:defRPr sz="1000" b="1">
                <a:latin typeface="+mn-lt"/>
              </a:defRPr>
            </a:lvl4pPr>
            <a:lvl5pPr marL="1371600" indent="0">
              <a:buNone/>
              <a:defRPr sz="1000" b="1">
                <a:latin typeface="+mn-lt"/>
              </a:defRPr>
            </a:lvl5pPr>
          </a:lstStyle>
          <a:p>
            <a:pPr lvl="0"/>
            <a:r>
              <a:rPr lang="en-US" dirty="0"/>
              <a:t>Skill</a:t>
            </a:r>
          </a:p>
        </p:txBody>
      </p:sp>
      <p:sp>
        <p:nvSpPr>
          <p:cNvPr id="44" name="Text Placeholder 8">
            <a:extLst>
              <a:ext uri="{FF2B5EF4-FFF2-40B4-BE49-F238E27FC236}">
                <a16:creationId xmlns:a16="http://schemas.microsoft.com/office/drawing/2014/main" id="{70A1DD9E-5637-BED4-D81D-26769E3A1D90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353790" y="6081741"/>
            <a:ext cx="2255838" cy="224028"/>
          </a:xfrm>
        </p:spPr>
        <p:txBody>
          <a:bodyPr>
            <a:noAutofit/>
          </a:bodyPr>
          <a:lstStyle>
            <a:lvl1pPr marL="0" indent="0">
              <a:buNone/>
              <a:defRPr sz="1000" b="0" cap="all" baseline="0">
                <a:solidFill>
                  <a:schemeClr val="tx1"/>
                </a:solidFill>
                <a:latin typeface="+mn-lt"/>
              </a:defRPr>
            </a:lvl1pPr>
            <a:lvl2pPr marL="342900" indent="0">
              <a:buNone/>
              <a:defRPr sz="1000" b="1"/>
            </a:lvl2pPr>
            <a:lvl3pPr marL="685800" indent="0">
              <a:buNone/>
              <a:defRPr sz="1000" b="1"/>
            </a:lvl3pPr>
            <a:lvl4pPr marL="1028700" indent="0">
              <a:buNone/>
              <a:defRPr sz="1000" b="1"/>
            </a:lvl4pPr>
            <a:lvl5pPr marL="1371600" indent="0">
              <a:buNone/>
              <a:defRPr sz="1000" b="1"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60" name="Text Placeholder 7">
            <a:extLst>
              <a:ext uri="{FF2B5EF4-FFF2-40B4-BE49-F238E27FC236}">
                <a16:creationId xmlns:a16="http://schemas.microsoft.com/office/drawing/2014/main" id="{68195B5E-5A92-9DF8-69E6-1FDEF8625DA3}"/>
              </a:ext>
            </a:extLst>
          </p:cNvPr>
          <p:cNvSpPr>
            <a:spLocks noGrp="1"/>
          </p:cNvSpPr>
          <p:nvPr userDrawn="1">
            <p:ph type="body" sz="quarter" idx="48" hasCustomPrompt="1"/>
          </p:nvPr>
        </p:nvSpPr>
        <p:spPr>
          <a:xfrm>
            <a:off x="436483" y="6380715"/>
            <a:ext cx="1828800" cy="64008"/>
          </a:xfrm>
          <a:solidFill>
            <a:schemeClr val="accent5">
              <a:lumMod val="60000"/>
              <a:lumOff val="40000"/>
            </a:schemeClr>
          </a:solidFill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400" b="0" cap="all" spc="80" baseline="0">
                <a:noFill/>
                <a:latin typeface="+mn-lt"/>
              </a:defRPr>
            </a:lvl1pPr>
            <a:lvl2pPr marL="342900" indent="0">
              <a:buNone/>
              <a:defRPr sz="1000" b="1">
                <a:latin typeface="+mn-lt"/>
              </a:defRPr>
            </a:lvl2pPr>
            <a:lvl3pPr marL="685800" indent="0">
              <a:buNone/>
              <a:defRPr sz="1000" b="1">
                <a:latin typeface="+mn-lt"/>
              </a:defRPr>
            </a:lvl3pPr>
            <a:lvl4pPr marL="1028700" indent="0">
              <a:buNone/>
              <a:defRPr sz="1000" b="1">
                <a:latin typeface="+mn-lt"/>
              </a:defRPr>
            </a:lvl4pPr>
            <a:lvl5pPr marL="1371600" indent="0">
              <a:buNone/>
              <a:defRPr sz="1000" b="1">
                <a:latin typeface="+mn-lt"/>
              </a:defRPr>
            </a:lvl5pPr>
          </a:lstStyle>
          <a:p>
            <a:pPr lvl="0"/>
            <a:r>
              <a:rPr lang="en-US" dirty="0"/>
              <a:t>Skill</a:t>
            </a:r>
          </a:p>
        </p:txBody>
      </p:sp>
      <p:sp>
        <p:nvSpPr>
          <p:cNvPr id="61" name="Text Placeholder 7">
            <a:extLst>
              <a:ext uri="{FF2B5EF4-FFF2-40B4-BE49-F238E27FC236}">
                <a16:creationId xmlns:a16="http://schemas.microsoft.com/office/drawing/2014/main" id="{9C13429E-3EB9-27EB-6C4C-198B8A05AE09}"/>
              </a:ext>
            </a:extLst>
          </p:cNvPr>
          <p:cNvSpPr>
            <a:spLocks noGrp="1"/>
          </p:cNvSpPr>
          <p:nvPr userDrawn="1">
            <p:ph type="body" sz="quarter" idx="53" hasCustomPrompt="1"/>
          </p:nvPr>
        </p:nvSpPr>
        <p:spPr>
          <a:xfrm>
            <a:off x="436483" y="6380715"/>
            <a:ext cx="1435608" cy="64008"/>
          </a:xfrm>
          <a:solidFill>
            <a:schemeClr val="accent5"/>
          </a:solidFill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400" b="0" cap="all" spc="80" baseline="0">
                <a:noFill/>
                <a:latin typeface="+mn-lt"/>
              </a:defRPr>
            </a:lvl1pPr>
            <a:lvl2pPr marL="342900" indent="0">
              <a:buNone/>
              <a:defRPr sz="1000" b="1">
                <a:latin typeface="+mn-lt"/>
              </a:defRPr>
            </a:lvl2pPr>
            <a:lvl3pPr marL="685800" indent="0">
              <a:buNone/>
              <a:defRPr sz="1000" b="1">
                <a:latin typeface="+mn-lt"/>
              </a:defRPr>
            </a:lvl3pPr>
            <a:lvl4pPr marL="1028700" indent="0">
              <a:buNone/>
              <a:defRPr sz="1000" b="1">
                <a:latin typeface="+mn-lt"/>
              </a:defRPr>
            </a:lvl4pPr>
            <a:lvl5pPr marL="1371600" indent="0">
              <a:buNone/>
              <a:defRPr sz="1000" b="1">
                <a:latin typeface="+mn-lt"/>
              </a:defRPr>
            </a:lvl5pPr>
          </a:lstStyle>
          <a:p>
            <a:pPr lvl="0"/>
            <a:r>
              <a:rPr lang="en-US" dirty="0"/>
              <a:t>Skill</a:t>
            </a:r>
          </a:p>
        </p:txBody>
      </p:sp>
      <p:sp>
        <p:nvSpPr>
          <p:cNvPr id="45" name="Text Placeholder 9">
            <a:extLst>
              <a:ext uri="{FF2B5EF4-FFF2-40B4-BE49-F238E27FC236}">
                <a16:creationId xmlns:a16="http://schemas.microsoft.com/office/drawing/2014/main" id="{30F8E052-026B-A2C7-00F9-5A8191673A2B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365982" y="6442879"/>
            <a:ext cx="2255838" cy="224028"/>
          </a:xfrm>
        </p:spPr>
        <p:txBody>
          <a:bodyPr>
            <a:noAutofit/>
          </a:bodyPr>
          <a:lstStyle>
            <a:lvl1pPr marL="0" indent="0">
              <a:buNone/>
              <a:defRPr sz="1000" b="0" cap="all" baseline="0">
                <a:solidFill>
                  <a:schemeClr val="tx1"/>
                </a:solidFill>
                <a:latin typeface="+mn-lt"/>
              </a:defRPr>
            </a:lvl1pPr>
            <a:lvl2pPr marL="342900" indent="0">
              <a:buNone/>
              <a:defRPr sz="1000" b="1"/>
            </a:lvl2pPr>
            <a:lvl3pPr marL="685800" indent="0">
              <a:buNone/>
              <a:defRPr sz="1000" b="1"/>
            </a:lvl3pPr>
            <a:lvl4pPr marL="1028700" indent="0">
              <a:buNone/>
              <a:defRPr sz="1000" b="1"/>
            </a:lvl4pPr>
            <a:lvl5pPr marL="1371600" indent="0">
              <a:buNone/>
              <a:defRPr sz="1000" b="1"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62" name="Text Placeholder 7">
            <a:extLst>
              <a:ext uri="{FF2B5EF4-FFF2-40B4-BE49-F238E27FC236}">
                <a16:creationId xmlns:a16="http://schemas.microsoft.com/office/drawing/2014/main" id="{AEFFA591-7752-F08D-E538-700399739FF7}"/>
              </a:ext>
            </a:extLst>
          </p:cNvPr>
          <p:cNvSpPr>
            <a:spLocks noGrp="1"/>
          </p:cNvSpPr>
          <p:nvPr userDrawn="1">
            <p:ph type="body" sz="quarter" idx="49" hasCustomPrompt="1"/>
          </p:nvPr>
        </p:nvSpPr>
        <p:spPr>
          <a:xfrm>
            <a:off x="436483" y="6747843"/>
            <a:ext cx="1828800" cy="64008"/>
          </a:xfrm>
          <a:solidFill>
            <a:schemeClr val="accent5">
              <a:lumMod val="60000"/>
              <a:lumOff val="40000"/>
            </a:schemeClr>
          </a:solidFill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400" b="0" cap="all" spc="80" baseline="0">
                <a:noFill/>
                <a:latin typeface="+mn-lt"/>
              </a:defRPr>
            </a:lvl1pPr>
            <a:lvl2pPr marL="342900" indent="0">
              <a:buNone/>
              <a:defRPr sz="1000" b="1">
                <a:latin typeface="+mn-lt"/>
              </a:defRPr>
            </a:lvl2pPr>
            <a:lvl3pPr marL="685800" indent="0">
              <a:buNone/>
              <a:defRPr sz="1000" b="1">
                <a:latin typeface="+mn-lt"/>
              </a:defRPr>
            </a:lvl3pPr>
            <a:lvl4pPr marL="1028700" indent="0">
              <a:buNone/>
              <a:defRPr sz="1000" b="1">
                <a:latin typeface="+mn-lt"/>
              </a:defRPr>
            </a:lvl4pPr>
            <a:lvl5pPr marL="1371600" indent="0">
              <a:buNone/>
              <a:defRPr sz="1000" b="1">
                <a:latin typeface="+mn-lt"/>
              </a:defRPr>
            </a:lvl5pPr>
          </a:lstStyle>
          <a:p>
            <a:pPr lvl="0"/>
            <a:r>
              <a:rPr lang="en-US" dirty="0"/>
              <a:t>Skill</a:t>
            </a:r>
          </a:p>
        </p:txBody>
      </p:sp>
      <p:sp>
        <p:nvSpPr>
          <p:cNvPr id="63" name="Text Placeholder 7">
            <a:extLst>
              <a:ext uri="{FF2B5EF4-FFF2-40B4-BE49-F238E27FC236}">
                <a16:creationId xmlns:a16="http://schemas.microsoft.com/office/drawing/2014/main" id="{84336FE2-8214-1829-A7AF-834DFC3FBA72}"/>
              </a:ext>
            </a:extLst>
          </p:cNvPr>
          <p:cNvSpPr>
            <a:spLocks noGrp="1"/>
          </p:cNvSpPr>
          <p:nvPr userDrawn="1">
            <p:ph type="body" sz="quarter" idx="54" hasCustomPrompt="1"/>
          </p:nvPr>
        </p:nvSpPr>
        <p:spPr>
          <a:xfrm>
            <a:off x="436483" y="6747843"/>
            <a:ext cx="1435608" cy="64008"/>
          </a:xfrm>
          <a:solidFill>
            <a:schemeClr val="accent5"/>
          </a:solidFill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400" b="0" cap="all" spc="80" baseline="0">
                <a:noFill/>
                <a:latin typeface="+mn-lt"/>
              </a:defRPr>
            </a:lvl1pPr>
            <a:lvl2pPr marL="342900" indent="0">
              <a:buNone/>
              <a:defRPr sz="1000" b="1">
                <a:latin typeface="+mn-lt"/>
              </a:defRPr>
            </a:lvl2pPr>
            <a:lvl3pPr marL="685800" indent="0">
              <a:buNone/>
              <a:defRPr sz="1000" b="1">
                <a:latin typeface="+mn-lt"/>
              </a:defRPr>
            </a:lvl3pPr>
            <a:lvl4pPr marL="1028700" indent="0">
              <a:buNone/>
              <a:defRPr sz="1000" b="1">
                <a:latin typeface="+mn-lt"/>
              </a:defRPr>
            </a:lvl4pPr>
            <a:lvl5pPr marL="1371600" indent="0">
              <a:buNone/>
              <a:defRPr sz="1000" b="1">
                <a:latin typeface="+mn-lt"/>
              </a:defRPr>
            </a:lvl5pPr>
          </a:lstStyle>
          <a:p>
            <a:pPr lvl="0"/>
            <a:r>
              <a:rPr lang="en-US" dirty="0"/>
              <a:t>Skill</a:t>
            </a:r>
          </a:p>
        </p:txBody>
      </p:sp>
      <p:sp>
        <p:nvSpPr>
          <p:cNvPr id="46" name="Text Placeholder 10">
            <a:extLst>
              <a:ext uri="{FF2B5EF4-FFF2-40B4-BE49-F238E27FC236}">
                <a16:creationId xmlns:a16="http://schemas.microsoft.com/office/drawing/2014/main" id="{2D92D201-D478-AF77-91E0-D694221200A5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354259" y="6806974"/>
            <a:ext cx="2255838" cy="224028"/>
          </a:xfrm>
        </p:spPr>
        <p:txBody>
          <a:bodyPr>
            <a:noAutofit/>
          </a:bodyPr>
          <a:lstStyle>
            <a:lvl1pPr marL="0" indent="0">
              <a:buNone/>
              <a:defRPr sz="1000" b="0" cap="all" baseline="0">
                <a:solidFill>
                  <a:schemeClr val="tx1"/>
                </a:solidFill>
                <a:latin typeface="+mn-lt"/>
              </a:defRPr>
            </a:lvl1pPr>
            <a:lvl2pPr marL="342900" indent="0">
              <a:buNone/>
              <a:defRPr sz="1000" b="1"/>
            </a:lvl2pPr>
            <a:lvl3pPr marL="685800" indent="0">
              <a:buNone/>
              <a:defRPr sz="1000" b="1"/>
            </a:lvl3pPr>
            <a:lvl4pPr marL="1028700" indent="0">
              <a:buNone/>
              <a:defRPr sz="1000" b="1"/>
            </a:lvl4pPr>
            <a:lvl5pPr marL="1371600" indent="0">
              <a:buNone/>
              <a:defRPr sz="1000" b="1"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18" name="Subtitle 4">
            <a:extLst>
              <a:ext uri="{FF2B5EF4-FFF2-40B4-BE49-F238E27FC236}">
                <a16:creationId xmlns:a16="http://schemas.microsoft.com/office/drawing/2014/main" id="{16EB345E-375D-D8CB-E3AB-9902A9952D6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56223" y="7318775"/>
            <a:ext cx="2255838" cy="409575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5"/>
                </a:solidFill>
                <a:latin typeface="+mj-lt"/>
              </a:defRPr>
            </a:lvl1pPr>
            <a:lvl2pPr marL="342900" indent="0">
              <a:buNone/>
              <a:defRPr sz="1000" b="1"/>
            </a:lvl2pPr>
            <a:lvl3pPr marL="685800" indent="0">
              <a:buNone/>
              <a:defRPr sz="1000" b="1"/>
            </a:lvl3pPr>
            <a:lvl4pPr marL="1028700" indent="0">
              <a:buNone/>
              <a:defRPr sz="1000" b="1"/>
            </a:lvl4pPr>
            <a:lvl5pPr marL="1371600" indent="0">
              <a:buNone/>
              <a:defRPr sz="1000" b="1"/>
            </a:lvl5pPr>
          </a:lstStyle>
          <a:p>
            <a:pPr lvl="0"/>
            <a:r>
              <a:rPr lang="en-US" dirty="0"/>
              <a:t>Add title</a:t>
            </a:r>
          </a:p>
        </p:txBody>
      </p:sp>
      <p:sp>
        <p:nvSpPr>
          <p:cNvPr id="37" name="Text Placeholder 11">
            <a:extLst>
              <a:ext uri="{FF2B5EF4-FFF2-40B4-BE49-F238E27FC236}">
                <a16:creationId xmlns:a16="http://schemas.microsoft.com/office/drawing/2014/main" id="{C77B420B-6BBC-FE4B-C5A3-C2ACD2A87778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348163" y="7694677"/>
            <a:ext cx="2255838" cy="224028"/>
          </a:xfrm>
        </p:spPr>
        <p:txBody>
          <a:bodyPr>
            <a:noAutofit/>
          </a:bodyPr>
          <a:lstStyle>
            <a:lvl1pPr marL="0" indent="0">
              <a:buNone/>
              <a:defRPr sz="1000" b="0" cap="all" baseline="0">
                <a:solidFill>
                  <a:schemeClr val="tx1"/>
                </a:solidFill>
                <a:latin typeface="+mn-lt"/>
              </a:defRPr>
            </a:lvl1pPr>
            <a:lvl2pPr marL="342900" indent="0">
              <a:buNone/>
              <a:defRPr sz="1000" b="1"/>
            </a:lvl2pPr>
            <a:lvl3pPr marL="685800" indent="0">
              <a:buNone/>
              <a:defRPr sz="1000" b="1"/>
            </a:lvl3pPr>
            <a:lvl4pPr marL="1028700" indent="0">
              <a:buNone/>
              <a:defRPr sz="1000" b="1"/>
            </a:lvl4pPr>
            <a:lvl5pPr marL="1371600" indent="0">
              <a:buNone/>
              <a:defRPr sz="1000" b="1"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38" name="Text Placeholder 12">
            <a:extLst>
              <a:ext uri="{FF2B5EF4-FFF2-40B4-BE49-F238E27FC236}">
                <a16:creationId xmlns:a16="http://schemas.microsoft.com/office/drawing/2014/main" id="{31D5C524-3FAF-06D9-E34A-A072BA1EE266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348163" y="7959091"/>
            <a:ext cx="2255838" cy="224028"/>
          </a:xfrm>
        </p:spPr>
        <p:txBody>
          <a:bodyPr>
            <a:noAutofit/>
          </a:bodyPr>
          <a:lstStyle>
            <a:lvl1pPr marL="0" indent="0">
              <a:buNone/>
              <a:defRPr sz="1000" b="0" cap="all" baseline="0">
                <a:solidFill>
                  <a:schemeClr val="tx1"/>
                </a:solidFill>
                <a:latin typeface="+mn-lt"/>
              </a:defRPr>
            </a:lvl1pPr>
            <a:lvl2pPr marL="342900" indent="0">
              <a:buNone/>
              <a:defRPr sz="1000" b="1"/>
            </a:lvl2pPr>
            <a:lvl3pPr marL="685800" indent="0">
              <a:buNone/>
              <a:defRPr sz="1000" b="1"/>
            </a:lvl3pPr>
            <a:lvl4pPr marL="1028700" indent="0">
              <a:buNone/>
              <a:defRPr sz="1000" b="1"/>
            </a:lvl4pPr>
            <a:lvl5pPr marL="1371600" indent="0">
              <a:buNone/>
              <a:defRPr sz="1000" b="1"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39" name="Text Placeholder 13">
            <a:extLst>
              <a:ext uri="{FF2B5EF4-FFF2-40B4-BE49-F238E27FC236}">
                <a16:creationId xmlns:a16="http://schemas.microsoft.com/office/drawing/2014/main" id="{C2968ADF-5ABD-381F-F8DE-1924F7AE7100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348163" y="8189832"/>
            <a:ext cx="2255838" cy="224028"/>
          </a:xfrm>
        </p:spPr>
        <p:txBody>
          <a:bodyPr>
            <a:noAutofit/>
          </a:bodyPr>
          <a:lstStyle>
            <a:lvl1pPr marL="0" indent="0">
              <a:buNone/>
              <a:defRPr sz="1000" b="0" cap="all" baseline="0">
                <a:solidFill>
                  <a:schemeClr val="tx1"/>
                </a:solidFill>
                <a:latin typeface="+mn-lt"/>
              </a:defRPr>
            </a:lvl1pPr>
            <a:lvl2pPr marL="342900" indent="0">
              <a:buNone/>
              <a:defRPr sz="1000" b="1"/>
            </a:lvl2pPr>
            <a:lvl3pPr marL="685800" indent="0">
              <a:buNone/>
              <a:defRPr sz="1000" b="1"/>
            </a:lvl3pPr>
            <a:lvl4pPr marL="1028700" indent="0">
              <a:buNone/>
              <a:defRPr sz="1000" b="1"/>
            </a:lvl4pPr>
            <a:lvl5pPr marL="1371600" indent="0">
              <a:buNone/>
              <a:defRPr sz="1000" b="1"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14" name="Subtitle 5">
            <a:extLst>
              <a:ext uri="{FF2B5EF4-FFF2-40B4-BE49-F238E27FC236}">
                <a16:creationId xmlns:a16="http://schemas.microsoft.com/office/drawing/2014/main" id="{57B755CC-C1F4-1BA2-EE05-6161797B11E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411232" y="727563"/>
            <a:ext cx="2255838" cy="409575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5"/>
                </a:solidFill>
                <a:latin typeface="+mj-lt"/>
              </a:defRPr>
            </a:lvl1pPr>
            <a:lvl2pPr marL="342900" indent="0">
              <a:buNone/>
              <a:defRPr sz="1000" b="1"/>
            </a:lvl2pPr>
            <a:lvl3pPr marL="685800" indent="0">
              <a:buNone/>
              <a:defRPr sz="1000" b="1"/>
            </a:lvl3pPr>
            <a:lvl4pPr marL="1028700" indent="0">
              <a:buNone/>
              <a:defRPr sz="1000" b="1"/>
            </a:lvl4pPr>
            <a:lvl5pPr marL="1371600" indent="0">
              <a:buNone/>
              <a:defRPr sz="1000" b="1"/>
            </a:lvl5pPr>
          </a:lstStyle>
          <a:p>
            <a:pPr lvl="0"/>
            <a:r>
              <a:rPr lang="en-US" dirty="0"/>
              <a:t>Add title</a:t>
            </a:r>
          </a:p>
        </p:txBody>
      </p:sp>
      <p:sp>
        <p:nvSpPr>
          <p:cNvPr id="21" name="Text Placeholder 14">
            <a:extLst>
              <a:ext uri="{FF2B5EF4-FFF2-40B4-BE49-F238E27FC236}">
                <a16:creationId xmlns:a16="http://schemas.microsoft.com/office/drawing/2014/main" id="{6701F2F4-7594-5D03-D154-7ABCBE39DC3A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411232" y="1121223"/>
            <a:ext cx="2255838" cy="207705"/>
          </a:xfrm>
        </p:spPr>
        <p:txBody>
          <a:bodyPr>
            <a:noAutofit/>
          </a:bodyPr>
          <a:lstStyle>
            <a:lvl1pPr marL="0" indent="0">
              <a:buNone/>
              <a:defRPr sz="1000" b="0" cap="all" baseline="0">
                <a:solidFill>
                  <a:schemeClr val="tx1"/>
                </a:solidFill>
                <a:latin typeface="+mn-lt"/>
              </a:defRPr>
            </a:lvl1pPr>
            <a:lvl2pPr marL="342900" indent="0">
              <a:buNone/>
              <a:defRPr sz="1000" b="1"/>
            </a:lvl2pPr>
            <a:lvl3pPr marL="685800" indent="0">
              <a:buNone/>
              <a:defRPr sz="1000" b="1"/>
            </a:lvl3pPr>
            <a:lvl4pPr marL="1028700" indent="0">
              <a:buNone/>
              <a:defRPr sz="1000" b="1"/>
            </a:lvl4pPr>
            <a:lvl5pPr marL="1371600" indent="0">
              <a:buNone/>
              <a:defRPr sz="1000" b="1"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22" name="Text Placeholder 15">
            <a:extLst>
              <a:ext uri="{FF2B5EF4-FFF2-40B4-BE49-F238E27FC236}">
                <a16:creationId xmlns:a16="http://schemas.microsoft.com/office/drawing/2014/main" id="{BBFCDBE8-D7C4-CF4F-E94C-BBB350E77642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411232" y="1310901"/>
            <a:ext cx="2255838" cy="207705"/>
          </a:xfrm>
        </p:spPr>
        <p:txBody>
          <a:bodyPr>
            <a:noAutofit/>
          </a:bodyPr>
          <a:lstStyle>
            <a:lvl1pPr marL="0" indent="0">
              <a:buNone/>
              <a:defRPr sz="1000" b="0">
                <a:solidFill>
                  <a:schemeClr val="tx1"/>
                </a:solidFill>
                <a:latin typeface="+mn-lt"/>
              </a:defRPr>
            </a:lvl1pPr>
            <a:lvl2pPr marL="342900" indent="0">
              <a:buNone/>
              <a:defRPr sz="1000" b="1"/>
            </a:lvl2pPr>
            <a:lvl3pPr marL="685800" indent="0">
              <a:buNone/>
              <a:defRPr sz="1000" b="1"/>
            </a:lvl3pPr>
            <a:lvl4pPr marL="1028700" indent="0">
              <a:buNone/>
              <a:defRPr sz="1000" b="1"/>
            </a:lvl4pPr>
            <a:lvl5pPr marL="1371600" indent="0">
              <a:buNone/>
              <a:defRPr sz="1000" b="1"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23" name="Text Placeholder 16">
            <a:extLst>
              <a:ext uri="{FF2B5EF4-FFF2-40B4-BE49-F238E27FC236}">
                <a16:creationId xmlns:a16="http://schemas.microsoft.com/office/drawing/2014/main" id="{6EACADD5-0C03-B318-5BE9-37EFC79D590C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411232" y="1528487"/>
            <a:ext cx="2255838" cy="207705"/>
          </a:xfrm>
        </p:spPr>
        <p:txBody>
          <a:bodyPr>
            <a:noAutofit/>
          </a:bodyPr>
          <a:lstStyle>
            <a:lvl1pPr marL="0" indent="0">
              <a:buNone/>
              <a:defRPr sz="800" b="0">
                <a:solidFill>
                  <a:schemeClr val="tx1"/>
                </a:solidFill>
                <a:latin typeface="+mn-lt"/>
              </a:defRPr>
            </a:lvl1pPr>
            <a:lvl2pPr marL="342900" indent="0">
              <a:buNone/>
              <a:defRPr sz="1000" b="1"/>
            </a:lvl2pPr>
            <a:lvl3pPr marL="685800" indent="0">
              <a:buNone/>
              <a:defRPr sz="1000" b="1"/>
            </a:lvl3pPr>
            <a:lvl4pPr marL="1028700" indent="0">
              <a:buNone/>
              <a:defRPr sz="1000" b="1"/>
            </a:lvl4pPr>
            <a:lvl5pPr marL="1371600" indent="0">
              <a:buNone/>
              <a:defRPr sz="1000" b="1"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24" name="Text Placeholder 17">
            <a:extLst>
              <a:ext uri="{FF2B5EF4-FFF2-40B4-BE49-F238E27FC236}">
                <a16:creationId xmlns:a16="http://schemas.microsoft.com/office/drawing/2014/main" id="{E6E42F90-B451-B5B0-7FE5-99BD43EE487C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411232" y="1752954"/>
            <a:ext cx="2957512" cy="1275851"/>
          </a:xfrm>
        </p:spPr>
        <p:txBody>
          <a:bodyPr>
            <a:noAutofit/>
          </a:bodyPr>
          <a:lstStyle>
            <a:lvl1pPr marL="0" indent="0">
              <a:lnSpc>
                <a:spcPts val="1500"/>
              </a:lnSpc>
              <a:buNone/>
              <a:defRPr sz="1000" b="0">
                <a:solidFill>
                  <a:schemeClr val="tx1"/>
                </a:solidFill>
                <a:latin typeface="+mn-lt"/>
              </a:defRPr>
            </a:lvl1pPr>
            <a:lvl2pPr marL="342900" indent="0">
              <a:buNone/>
              <a:defRPr sz="1000" b="1"/>
            </a:lvl2pPr>
            <a:lvl3pPr marL="685800" indent="0">
              <a:buNone/>
              <a:defRPr sz="1000" b="1"/>
            </a:lvl3pPr>
            <a:lvl4pPr marL="1028700" indent="0">
              <a:buNone/>
              <a:defRPr sz="1000" b="1"/>
            </a:lvl4pPr>
            <a:lvl5pPr marL="1371600" indent="0">
              <a:buNone/>
              <a:defRPr sz="1000" b="1"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26" name="Text Placeholder 18">
            <a:extLst>
              <a:ext uri="{FF2B5EF4-FFF2-40B4-BE49-F238E27FC236}">
                <a16:creationId xmlns:a16="http://schemas.microsoft.com/office/drawing/2014/main" id="{231BB45D-9F27-B4AC-930B-75553AB2F6D9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411232" y="3082197"/>
            <a:ext cx="2255838" cy="207705"/>
          </a:xfrm>
        </p:spPr>
        <p:txBody>
          <a:bodyPr>
            <a:noAutofit/>
          </a:bodyPr>
          <a:lstStyle>
            <a:lvl1pPr marL="0" indent="0">
              <a:buNone/>
              <a:defRPr sz="1000" b="0" cap="all" baseline="0">
                <a:solidFill>
                  <a:schemeClr val="tx1"/>
                </a:solidFill>
                <a:latin typeface="+mn-lt"/>
              </a:defRPr>
            </a:lvl1pPr>
            <a:lvl2pPr marL="342900" indent="0">
              <a:buNone/>
              <a:defRPr sz="1000" b="1"/>
            </a:lvl2pPr>
            <a:lvl3pPr marL="685800" indent="0">
              <a:buNone/>
              <a:defRPr sz="1000" b="1"/>
            </a:lvl3pPr>
            <a:lvl4pPr marL="1028700" indent="0">
              <a:buNone/>
              <a:defRPr sz="1000" b="1"/>
            </a:lvl4pPr>
            <a:lvl5pPr marL="1371600" indent="0">
              <a:buNone/>
              <a:defRPr sz="1000" b="1"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27" name="Text Placeholder 19">
            <a:extLst>
              <a:ext uri="{FF2B5EF4-FFF2-40B4-BE49-F238E27FC236}">
                <a16:creationId xmlns:a16="http://schemas.microsoft.com/office/drawing/2014/main" id="{79396527-1343-6E5F-01F2-7F6787FC0A68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411232" y="3302355"/>
            <a:ext cx="2255838" cy="207705"/>
          </a:xfrm>
        </p:spPr>
        <p:txBody>
          <a:bodyPr>
            <a:noAutofit/>
          </a:bodyPr>
          <a:lstStyle>
            <a:lvl1pPr marL="0" indent="0">
              <a:buNone/>
              <a:defRPr sz="1000" b="0">
                <a:solidFill>
                  <a:schemeClr val="tx1"/>
                </a:solidFill>
                <a:latin typeface="+mn-lt"/>
              </a:defRPr>
            </a:lvl1pPr>
            <a:lvl2pPr marL="342900" indent="0">
              <a:buNone/>
              <a:defRPr sz="1000" b="1"/>
            </a:lvl2pPr>
            <a:lvl3pPr marL="685800" indent="0">
              <a:buNone/>
              <a:defRPr sz="1000" b="1"/>
            </a:lvl3pPr>
            <a:lvl4pPr marL="1028700" indent="0">
              <a:buNone/>
              <a:defRPr sz="1000" b="1"/>
            </a:lvl4pPr>
            <a:lvl5pPr marL="1371600" indent="0">
              <a:buNone/>
              <a:defRPr sz="1000" b="1"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28" name="Text Placeholder 20">
            <a:extLst>
              <a:ext uri="{FF2B5EF4-FFF2-40B4-BE49-F238E27FC236}">
                <a16:creationId xmlns:a16="http://schemas.microsoft.com/office/drawing/2014/main" id="{5DD329E3-4DD8-5AAB-F563-041FA3DA46DC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3411232" y="3519941"/>
            <a:ext cx="2255838" cy="207705"/>
          </a:xfrm>
        </p:spPr>
        <p:txBody>
          <a:bodyPr>
            <a:noAutofit/>
          </a:bodyPr>
          <a:lstStyle>
            <a:lvl1pPr marL="0" indent="0">
              <a:buNone/>
              <a:defRPr sz="800" b="0">
                <a:solidFill>
                  <a:schemeClr val="tx1"/>
                </a:solidFill>
                <a:latin typeface="+mn-lt"/>
              </a:defRPr>
            </a:lvl1pPr>
            <a:lvl2pPr marL="342900" indent="0">
              <a:buNone/>
              <a:defRPr sz="1000" b="1"/>
            </a:lvl2pPr>
            <a:lvl3pPr marL="685800" indent="0">
              <a:buNone/>
              <a:defRPr sz="1000" b="1"/>
            </a:lvl3pPr>
            <a:lvl4pPr marL="1028700" indent="0">
              <a:buNone/>
              <a:defRPr sz="1000" b="1"/>
            </a:lvl4pPr>
            <a:lvl5pPr marL="1371600" indent="0">
              <a:buNone/>
              <a:defRPr sz="1000" b="1"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29" name="Text Placeholder 21">
            <a:extLst>
              <a:ext uri="{FF2B5EF4-FFF2-40B4-BE49-F238E27FC236}">
                <a16:creationId xmlns:a16="http://schemas.microsoft.com/office/drawing/2014/main" id="{AEF84B5D-0AD9-27D5-7981-DC077EDAA1C4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3411232" y="3762696"/>
            <a:ext cx="3050796" cy="1091391"/>
          </a:xfrm>
        </p:spPr>
        <p:txBody>
          <a:bodyPr>
            <a:noAutofit/>
          </a:bodyPr>
          <a:lstStyle>
            <a:lvl1pPr marL="0" indent="0">
              <a:lnSpc>
                <a:spcPts val="1500"/>
              </a:lnSpc>
              <a:buNone/>
              <a:defRPr sz="1000" b="0">
                <a:solidFill>
                  <a:schemeClr val="tx1"/>
                </a:solidFill>
                <a:latin typeface="+mn-lt"/>
              </a:defRPr>
            </a:lvl1pPr>
            <a:lvl2pPr marL="342900" indent="0">
              <a:buNone/>
              <a:defRPr sz="1000" b="1"/>
            </a:lvl2pPr>
            <a:lvl3pPr marL="685800" indent="0">
              <a:buNone/>
              <a:defRPr sz="1000" b="1"/>
            </a:lvl3pPr>
            <a:lvl4pPr marL="1028700" indent="0">
              <a:buNone/>
              <a:defRPr sz="1000" b="1"/>
            </a:lvl4pPr>
            <a:lvl5pPr marL="1371600" indent="0">
              <a:buNone/>
              <a:defRPr sz="1000" b="1"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32" name="Text Placeholder 22">
            <a:extLst>
              <a:ext uri="{FF2B5EF4-FFF2-40B4-BE49-F238E27FC236}">
                <a16:creationId xmlns:a16="http://schemas.microsoft.com/office/drawing/2014/main" id="{3DE965BF-79E4-51BB-D900-79E59887459F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3411232" y="4886903"/>
            <a:ext cx="2255838" cy="207705"/>
          </a:xfrm>
        </p:spPr>
        <p:txBody>
          <a:bodyPr>
            <a:noAutofit/>
          </a:bodyPr>
          <a:lstStyle>
            <a:lvl1pPr marL="0" indent="0">
              <a:buNone/>
              <a:defRPr sz="1000" b="0" cap="all" baseline="0">
                <a:solidFill>
                  <a:schemeClr val="tx1"/>
                </a:solidFill>
                <a:latin typeface="+mn-lt"/>
              </a:defRPr>
            </a:lvl1pPr>
            <a:lvl2pPr marL="342900" indent="0">
              <a:buNone/>
              <a:defRPr sz="1000" b="1"/>
            </a:lvl2pPr>
            <a:lvl3pPr marL="685800" indent="0">
              <a:buNone/>
              <a:defRPr sz="1000" b="1"/>
            </a:lvl3pPr>
            <a:lvl4pPr marL="1028700" indent="0">
              <a:buNone/>
              <a:defRPr sz="1000" b="1"/>
            </a:lvl4pPr>
            <a:lvl5pPr marL="1371600" indent="0">
              <a:buNone/>
              <a:defRPr sz="1000" b="1"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33" name="Text Placeholder 23">
            <a:extLst>
              <a:ext uri="{FF2B5EF4-FFF2-40B4-BE49-F238E27FC236}">
                <a16:creationId xmlns:a16="http://schemas.microsoft.com/office/drawing/2014/main" id="{9045A0A8-0EF1-B403-236A-2DF3B7A058AD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3411232" y="5076581"/>
            <a:ext cx="2255838" cy="207705"/>
          </a:xfrm>
        </p:spPr>
        <p:txBody>
          <a:bodyPr>
            <a:noAutofit/>
          </a:bodyPr>
          <a:lstStyle>
            <a:lvl1pPr marL="0" indent="0">
              <a:buNone/>
              <a:defRPr sz="1000" b="0">
                <a:solidFill>
                  <a:schemeClr val="tx1"/>
                </a:solidFill>
                <a:latin typeface="+mn-lt"/>
              </a:defRPr>
            </a:lvl1pPr>
            <a:lvl2pPr marL="342900" indent="0">
              <a:buNone/>
              <a:defRPr sz="1000" b="1"/>
            </a:lvl2pPr>
            <a:lvl3pPr marL="685800" indent="0">
              <a:buNone/>
              <a:defRPr sz="1000" b="1"/>
            </a:lvl3pPr>
            <a:lvl4pPr marL="1028700" indent="0">
              <a:buNone/>
              <a:defRPr sz="1000" b="1"/>
            </a:lvl4pPr>
            <a:lvl5pPr marL="1371600" indent="0">
              <a:buNone/>
              <a:defRPr sz="1000" b="1"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34" name="Text Placeholder 24">
            <a:extLst>
              <a:ext uri="{FF2B5EF4-FFF2-40B4-BE49-F238E27FC236}">
                <a16:creationId xmlns:a16="http://schemas.microsoft.com/office/drawing/2014/main" id="{1E1250C8-A56F-54E4-2F74-E8111C1EBBFD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411232" y="5306359"/>
            <a:ext cx="2255838" cy="207705"/>
          </a:xfrm>
        </p:spPr>
        <p:txBody>
          <a:bodyPr>
            <a:noAutofit/>
          </a:bodyPr>
          <a:lstStyle>
            <a:lvl1pPr marL="0" indent="0">
              <a:buNone/>
              <a:defRPr sz="800" b="0">
                <a:solidFill>
                  <a:schemeClr val="tx1"/>
                </a:solidFill>
                <a:latin typeface="+mn-lt"/>
              </a:defRPr>
            </a:lvl1pPr>
            <a:lvl2pPr marL="342900" indent="0">
              <a:buNone/>
              <a:defRPr sz="1000" b="1"/>
            </a:lvl2pPr>
            <a:lvl3pPr marL="685800" indent="0">
              <a:buNone/>
              <a:defRPr sz="1000" b="1"/>
            </a:lvl3pPr>
            <a:lvl4pPr marL="1028700" indent="0">
              <a:buNone/>
              <a:defRPr sz="1000" b="1"/>
            </a:lvl4pPr>
            <a:lvl5pPr marL="1371600" indent="0">
              <a:buNone/>
              <a:defRPr sz="1000" b="1"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35" name="Text Placeholder 25">
            <a:extLst>
              <a:ext uri="{FF2B5EF4-FFF2-40B4-BE49-F238E27FC236}">
                <a16:creationId xmlns:a16="http://schemas.microsoft.com/office/drawing/2014/main" id="{49A63675-1646-B628-7CDF-CC4F1FB368DA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3411232" y="5543018"/>
            <a:ext cx="3045044" cy="1091391"/>
          </a:xfrm>
        </p:spPr>
        <p:txBody>
          <a:bodyPr>
            <a:noAutofit/>
          </a:bodyPr>
          <a:lstStyle>
            <a:lvl1pPr marL="0" indent="0">
              <a:lnSpc>
                <a:spcPts val="1500"/>
              </a:lnSpc>
              <a:buNone/>
              <a:defRPr sz="1000" b="0">
                <a:solidFill>
                  <a:schemeClr val="tx1"/>
                </a:solidFill>
                <a:latin typeface="+mn-lt"/>
              </a:defRPr>
            </a:lvl1pPr>
            <a:lvl2pPr marL="342900" indent="0">
              <a:buNone/>
              <a:defRPr sz="1000" b="1"/>
            </a:lvl2pPr>
            <a:lvl3pPr marL="685800" indent="0">
              <a:buNone/>
              <a:defRPr sz="1000" b="1"/>
            </a:lvl3pPr>
            <a:lvl4pPr marL="1028700" indent="0">
              <a:buNone/>
              <a:defRPr sz="1000" b="1"/>
            </a:lvl4pPr>
            <a:lvl5pPr marL="1371600" indent="0">
              <a:buNone/>
              <a:defRPr sz="1000" b="1"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19" name="Subtitle 6">
            <a:extLst>
              <a:ext uri="{FF2B5EF4-FFF2-40B4-BE49-F238E27FC236}">
                <a16:creationId xmlns:a16="http://schemas.microsoft.com/office/drawing/2014/main" id="{99A0F316-873B-EF84-45C8-62541070FCF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411232" y="6865150"/>
            <a:ext cx="2255838" cy="409575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5"/>
                </a:solidFill>
                <a:latin typeface="+mj-lt"/>
              </a:defRPr>
            </a:lvl1pPr>
            <a:lvl2pPr marL="342900" indent="0">
              <a:buNone/>
              <a:defRPr sz="1000" b="1"/>
            </a:lvl2pPr>
            <a:lvl3pPr marL="685800" indent="0">
              <a:buNone/>
              <a:defRPr sz="1000" b="1"/>
            </a:lvl3pPr>
            <a:lvl4pPr marL="1028700" indent="0">
              <a:buNone/>
              <a:defRPr sz="1000" b="1"/>
            </a:lvl4pPr>
            <a:lvl5pPr marL="1371600" indent="0">
              <a:buNone/>
              <a:defRPr sz="1000" b="1"/>
            </a:lvl5pPr>
          </a:lstStyle>
          <a:p>
            <a:pPr lvl="0"/>
            <a:r>
              <a:rPr lang="en-US" dirty="0"/>
              <a:t>Add title</a:t>
            </a:r>
          </a:p>
        </p:txBody>
      </p:sp>
      <p:sp>
        <p:nvSpPr>
          <p:cNvPr id="36" name="Text Placeholder 26">
            <a:extLst>
              <a:ext uri="{FF2B5EF4-FFF2-40B4-BE49-F238E27FC236}">
                <a16:creationId xmlns:a16="http://schemas.microsoft.com/office/drawing/2014/main" id="{4D514417-B19E-BA52-F9B2-8DCF47F55B67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3411232" y="7245402"/>
            <a:ext cx="2255838" cy="1288998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000" b="0" cap="all" baseline="0">
                <a:solidFill>
                  <a:schemeClr val="tx1"/>
                </a:solidFill>
                <a:latin typeface="+mn-lt"/>
              </a:defRPr>
            </a:lvl1pPr>
            <a:lvl2pPr marL="342900" indent="0">
              <a:buNone/>
              <a:defRPr sz="1000" b="1"/>
            </a:lvl2pPr>
            <a:lvl3pPr marL="685800" indent="0">
              <a:buNone/>
              <a:defRPr sz="1000" b="1"/>
            </a:lvl3pPr>
            <a:lvl4pPr marL="1028700" indent="0">
              <a:buNone/>
              <a:defRPr sz="1000" b="1"/>
            </a:lvl4pPr>
            <a:lvl5pPr marL="1371600" indent="0">
              <a:buNone/>
              <a:defRPr sz="1000" b="1"/>
            </a:lvl5pPr>
          </a:lstStyle>
          <a:p>
            <a:pPr lvl="0"/>
            <a:r>
              <a:rPr lang="en-US" dirty="0"/>
              <a:t>ADD TEXT HERE</a:t>
            </a:r>
          </a:p>
        </p:txBody>
      </p:sp>
    </p:spTree>
    <p:extLst>
      <p:ext uri="{BB962C8B-B14F-4D97-AF65-F5344CB8AC3E}">
        <p14:creationId xmlns:p14="http://schemas.microsoft.com/office/powerpoint/2010/main" val="31047656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880">
          <p15:clr>
            <a:srgbClr val="FBAE40"/>
          </p15:clr>
        </p15:guide>
        <p15:guide id="2" pos="216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E8C10ABA-8587-C140-975A-2657A46279A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9684" y="406653"/>
            <a:ext cx="5131177" cy="535531"/>
          </a:xfrm>
        </p:spPr>
        <p:txBody>
          <a:bodyPr lIns="0" rIns="0">
            <a:noAutofit/>
          </a:bodyPr>
          <a:lstStyle>
            <a:lvl1pPr>
              <a:defRPr sz="3600" b="0" i="0">
                <a:solidFill>
                  <a:schemeClr val="accent4">
                    <a:lumMod val="50000"/>
                  </a:schemeClr>
                </a:solidFill>
                <a:latin typeface="+mn-lt"/>
              </a:defRPr>
            </a:lvl1pPr>
          </a:lstStyle>
          <a:p>
            <a:r>
              <a:rPr lang="en-US" noProof="0"/>
              <a:t>NAME HERE</a:t>
            </a:r>
          </a:p>
        </p:txBody>
      </p:sp>
      <p:sp>
        <p:nvSpPr>
          <p:cNvPr id="20" name="Text Placeholder 18" hidden="1">
            <a:extLst>
              <a:ext uri="{FF2B5EF4-FFF2-40B4-BE49-F238E27FC236}">
                <a16:creationId xmlns:a16="http://schemas.microsoft.com/office/drawing/2014/main" id="{5B977851-1691-7D44-B07D-01B553D0991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464815" y="6296395"/>
            <a:ext cx="1534463" cy="234319"/>
          </a:xfrm>
        </p:spPr>
        <p:txBody>
          <a:bodyPr lIns="0" rIns="0" anchor="ctr">
            <a:noAutofit/>
          </a:bodyPr>
          <a:lstStyle>
            <a:lvl1pPr marL="0" indent="0">
              <a:buNone/>
              <a:defRPr sz="1200">
                <a:solidFill>
                  <a:schemeClr val="bg1"/>
                </a:solidFill>
              </a:defRPr>
            </a:lvl1pPr>
            <a:lvl2pPr marL="342900" indent="0">
              <a:buNone/>
              <a:defRPr>
                <a:solidFill>
                  <a:schemeClr val="bg1"/>
                </a:solidFill>
              </a:defRPr>
            </a:lvl2pPr>
            <a:lvl3pPr marL="685800" indent="0">
              <a:buNone/>
              <a:defRPr>
                <a:solidFill>
                  <a:schemeClr val="bg1"/>
                </a:solidFill>
              </a:defRPr>
            </a:lvl3pPr>
            <a:lvl4pPr marL="1028700" indent="0">
              <a:buNone/>
              <a:defRPr>
                <a:solidFill>
                  <a:schemeClr val="bg1"/>
                </a:solidFill>
              </a:defRPr>
            </a:lvl4pPr>
            <a:lvl5pPr marL="13716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EDUCATION</a:t>
            </a:r>
          </a:p>
        </p:txBody>
      </p:sp>
      <p:sp>
        <p:nvSpPr>
          <p:cNvPr id="25" name="Text Placeholder 18" hidden="1">
            <a:extLst>
              <a:ext uri="{FF2B5EF4-FFF2-40B4-BE49-F238E27FC236}">
                <a16:creationId xmlns:a16="http://schemas.microsoft.com/office/drawing/2014/main" id="{420A5075-C2B7-444D-BC6C-6938ACA01FF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100528" y="6603863"/>
            <a:ext cx="1359978" cy="271074"/>
          </a:xfrm>
        </p:spPr>
        <p:txBody>
          <a:bodyPr lIns="0" rIns="0" anchor="ctr">
            <a:normAutofit/>
          </a:bodyPr>
          <a:lstStyle>
            <a:lvl1pPr marL="0" indent="0">
              <a:buNone/>
              <a:defRPr sz="1200">
                <a:solidFill>
                  <a:schemeClr val="bg1"/>
                </a:solidFill>
              </a:defRPr>
            </a:lvl1pPr>
            <a:lvl2pPr marL="342900" indent="0">
              <a:buNone/>
              <a:defRPr>
                <a:solidFill>
                  <a:schemeClr val="bg1"/>
                </a:solidFill>
              </a:defRPr>
            </a:lvl2pPr>
            <a:lvl3pPr marL="685800" indent="0">
              <a:buNone/>
              <a:defRPr>
                <a:solidFill>
                  <a:schemeClr val="bg1"/>
                </a:solidFill>
              </a:defRPr>
            </a:lvl3pPr>
            <a:lvl4pPr marL="1028700" indent="0">
              <a:buNone/>
              <a:defRPr>
                <a:solidFill>
                  <a:schemeClr val="bg1"/>
                </a:solidFill>
              </a:defRPr>
            </a:lvl4pPr>
            <a:lvl5pPr marL="13716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School Name</a:t>
            </a:r>
          </a:p>
        </p:txBody>
      </p:sp>
      <p:sp>
        <p:nvSpPr>
          <p:cNvPr id="30" name="Text Placeholder 18" hidden="1">
            <a:extLst>
              <a:ext uri="{FF2B5EF4-FFF2-40B4-BE49-F238E27FC236}">
                <a16:creationId xmlns:a16="http://schemas.microsoft.com/office/drawing/2014/main" id="{5C2D1E8C-5EC6-3F41-93FE-E77D60FCAF9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100528" y="6843268"/>
            <a:ext cx="1359978" cy="203662"/>
          </a:xfrm>
        </p:spPr>
        <p:txBody>
          <a:bodyPr lIns="0" rIns="0" anchor="ctr">
            <a:noAutofit/>
          </a:bodyPr>
          <a:lstStyle>
            <a:lvl1pPr marL="0" indent="0">
              <a:buNone/>
              <a:defRPr sz="1200">
                <a:solidFill>
                  <a:schemeClr val="bg1"/>
                </a:solidFill>
                <a:latin typeface="+mj-lt"/>
              </a:defRPr>
            </a:lvl1pPr>
            <a:lvl2pPr marL="342900" indent="0">
              <a:buNone/>
              <a:defRPr>
                <a:solidFill>
                  <a:schemeClr val="bg1"/>
                </a:solidFill>
              </a:defRPr>
            </a:lvl2pPr>
            <a:lvl3pPr marL="685800" indent="0">
              <a:buNone/>
              <a:defRPr>
                <a:solidFill>
                  <a:schemeClr val="bg1"/>
                </a:solidFill>
              </a:defRPr>
            </a:lvl3pPr>
            <a:lvl4pPr marL="1028700" indent="0">
              <a:buNone/>
              <a:defRPr>
                <a:solidFill>
                  <a:schemeClr val="bg1"/>
                </a:solidFill>
              </a:defRPr>
            </a:lvl4pPr>
            <a:lvl5pPr marL="13716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[Date From]-[To]</a:t>
            </a:r>
          </a:p>
        </p:txBody>
      </p:sp>
      <p:sp>
        <p:nvSpPr>
          <p:cNvPr id="31" name="Text Placeholder 18" hidden="1">
            <a:extLst>
              <a:ext uri="{FF2B5EF4-FFF2-40B4-BE49-F238E27FC236}">
                <a16:creationId xmlns:a16="http://schemas.microsoft.com/office/drawing/2014/main" id="{5262C941-7E67-EA41-A288-3F705E28D28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100528" y="7036079"/>
            <a:ext cx="1359978" cy="203662"/>
          </a:xfrm>
        </p:spPr>
        <p:txBody>
          <a:bodyPr lIns="0" rIns="0" anchor="ctr">
            <a:noAutofit/>
          </a:bodyPr>
          <a:lstStyle>
            <a:lvl1pPr marL="0" indent="0">
              <a:buNone/>
              <a:defRPr sz="1200" i="1">
                <a:solidFill>
                  <a:schemeClr val="bg1"/>
                </a:solidFill>
                <a:latin typeface="+mj-lt"/>
              </a:defRPr>
            </a:lvl1pPr>
            <a:lvl2pPr marL="342900" indent="0">
              <a:buNone/>
              <a:defRPr>
                <a:solidFill>
                  <a:schemeClr val="bg1"/>
                </a:solidFill>
              </a:defRPr>
            </a:lvl2pPr>
            <a:lvl3pPr marL="685800" indent="0">
              <a:buNone/>
              <a:defRPr>
                <a:solidFill>
                  <a:schemeClr val="bg1"/>
                </a:solidFill>
              </a:defRPr>
            </a:lvl3pPr>
            <a:lvl4pPr marL="1028700" indent="0">
              <a:buNone/>
              <a:defRPr>
                <a:solidFill>
                  <a:schemeClr val="bg1"/>
                </a:solidFill>
              </a:defRPr>
            </a:lvl4pPr>
            <a:lvl5pPr marL="13716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[Name of Degree]</a:t>
            </a:r>
          </a:p>
        </p:txBody>
      </p:sp>
      <p:sp>
        <p:nvSpPr>
          <p:cNvPr id="42" name="Text Placeholder 18" hidden="1">
            <a:extLst>
              <a:ext uri="{FF2B5EF4-FFF2-40B4-BE49-F238E27FC236}">
                <a16:creationId xmlns:a16="http://schemas.microsoft.com/office/drawing/2014/main" id="{BF56832D-FE58-2F46-9555-1CCA6C0981CF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904434" y="7040230"/>
            <a:ext cx="693702" cy="202510"/>
          </a:xfrm>
        </p:spPr>
        <p:txBody>
          <a:bodyPr lIns="0" rIns="0" anchor="ctr">
            <a:normAutofit/>
          </a:bodyPr>
          <a:lstStyle>
            <a:lvl1pPr marL="0" indent="0" algn="ctr">
              <a:buNone/>
              <a:defRPr sz="1400">
                <a:solidFill>
                  <a:schemeClr val="bg1"/>
                </a:solidFill>
              </a:defRPr>
            </a:lvl1pPr>
            <a:lvl2pPr marL="342900" indent="0">
              <a:buNone/>
              <a:defRPr>
                <a:solidFill>
                  <a:schemeClr val="bg1"/>
                </a:solidFill>
              </a:defRPr>
            </a:lvl2pPr>
            <a:lvl3pPr marL="685800" indent="0">
              <a:buNone/>
              <a:defRPr>
                <a:solidFill>
                  <a:schemeClr val="bg1"/>
                </a:solidFill>
              </a:defRPr>
            </a:lvl3pPr>
            <a:lvl4pPr marL="1028700" indent="0">
              <a:buNone/>
              <a:defRPr>
                <a:solidFill>
                  <a:schemeClr val="bg1"/>
                </a:solidFill>
              </a:defRPr>
            </a:lvl4pPr>
            <a:lvl5pPr marL="13716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GPA</a:t>
            </a:r>
          </a:p>
        </p:txBody>
      </p:sp>
      <p:sp>
        <p:nvSpPr>
          <p:cNvPr id="43" name="Text Placeholder 18" hidden="1">
            <a:extLst>
              <a:ext uri="{FF2B5EF4-FFF2-40B4-BE49-F238E27FC236}">
                <a16:creationId xmlns:a16="http://schemas.microsoft.com/office/drawing/2014/main" id="{FDF93C53-2C8A-884C-B211-EF7B46AB70A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904434" y="6653422"/>
            <a:ext cx="693702" cy="393552"/>
          </a:xfrm>
        </p:spPr>
        <p:txBody>
          <a:bodyPr lIns="0" rIns="0" anchor="ctr">
            <a:noAutofit/>
          </a:bodyPr>
          <a:lstStyle>
            <a:lvl1pPr marL="0" indent="0" algn="ctr">
              <a:buNone/>
              <a:defRPr sz="3200" b="1">
                <a:solidFill>
                  <a:schemeClr val="bg1"/>
                </a:solidFill>
              </a:defRPr>
            </a:lvl1pPr>
            <a:lvl2pPr marL="342900" indent="0">
              <a:buNone/>
              <a:defRPr>
                <a:solidFill>
                  <a:schemeClr val="bg1"/>
                </a:solidFill>
              </a:defRPr>
            </a:lvl2pPr>
            <a:lvl3pPr marL="685800" indent="0">
              <a:buNone/>
              <a:defRPr>
                <a:solidFill>
                  <a:schemeClr val="bg1"/>
                </a:solidFill>
              </a:defRPr>
            </a:lvl3pPr>
            <a:lvl4pPr marL="1028700" indent="0">
              <a:buNone/>
              <a:defRPr>
                <a:solidFill>
                  <a:schemeClr val="bg1"/>
                </a:solidFill>
              </a:defRPr>
            </a:lvl4pPr>
            <a:lvl5pPr marL="13716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4.0</a:t>
            </a:r>
          </a:p>
        </p:txBody>
      </p:sp>
      <p:sp>
        <p:nvSpPr>
          <p:cNvPr id="96" name="Text Placeholder 8" hidden="1">
            <a:extLst>
              <a:ext uri="{FF2B5EF4-FFF2-40B4-BE49-F238E27FC236}">
                <a16:creationId xmlns:a16="http://schemas.microsoft.com/office/drawing/2014/main" id="{2B1A41A9-8C5A-224E-9B99-968DDF5B8251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79684" y="1569344"/>
            <a:ext cx="2925613" cy="248809"/>
          </a:xfrm>
        </p:spPr>
        <p:txBody>
          <a:bodyPr lIns="0" rIns="0" anchor="ctr">
            <a:noAutofit/>
          </a:bodyPr>
          <a:lstStyle>
            <a:lvl1pPr marL="0" indent="0">
              <a:buNone/>
              <a:defRPr sz="1100" b="0" i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Company Name | Job Title</a:t>
            </a:r>
          </a:p>
        </p:txBody>
      </p:sp>
      <p:sp>
        <p:nvSpPr>
          <p:cNvPr id="97" name="Text Placeholder 8" hidden="1">
            <a:extLst>
              <a:ext uri="{FF2B5EF4-FFF2-40B4-BE49-F238E27FC236}">
                <a16:creationId xmlns:a16="http://schemas.microsoft.com/office/drawing/2014/main" id="{621A3ADB-23BD-8F43-BACD-95921D4463F0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379684" y="1860357"/>
            <a:ext cx="2925613" cy="144438"/>
          </a:xfrm>
        </p:spPr>
        <p:txBody>
          <a:bodyPr lIns="0" rIns="0" anchor="ctr">
            <a:noAutofit/>
          </a:bodyPr>
          <a:lstStyle>
            <a:lvl1pPr marL="0" indent="0">
              <a:buNone/>
              <a:defRPr sz="1000" b="0" i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[Dates From]-[To]</a:t>
            </a:r>
          </a:p>
        </p:txBody>
      </p:sp>
      <p:sp>
        <p:nvSpPr>
          <p:cNvPr id="98" name="Text Placeholder 8" hidden="1">
            <a:extLst>
              <a:ext uri="{FF2B5EF4-FFF2-40B4-BE49-F238E27FC236}">
                <a16:creationId xmlns:a16="http://schemas.microsoft.com/office/drawing/2014/main" id="{D6D17EAF-2F02-AA4A-8E44-8B309C23BE74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379684" y="2056280"/>
            <a:ext cx="2925612" cy="684375"/>
          </a:xfrm>
        </p:spPr>
        <p:txBody>
          <a:bodyPr lIns="0" tIns="0" rIns="0" anchor="t">
            <a:noAutofit/>
          </a:bodyPr>
          <a:lstStyle>
            <a:lvl1pPr marL="0" indent="0">
              <a:lnSpc>
                <a:spcPct val="100000"/>
              </a:lnSpc>
              <a:buNone/>
              <a:defRPr sz="1000" b="0" i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Lorem ipsum dolor sit amet, consectetur adipiscing elit, sed do eiusmod tempor incididunt ut labore et dolore magna aliqua. Ut enim ad minim veniam, quis nostrud exercitation.</a:t>
            </a:r>
          </a:p>
        </p:txBody>
      </p:sp>
      <p:sp>
        <p:nvSpPr>
          <p:cNvPr id="99" name="Text Placeholder 8" hidden="1">
            <a:extLst>
              <a:ext uri="{FF2B5EF4-FFF2-40B4-BE49-F238E27FC236}">
                <a16:creationId xmlns:a16="http://schemas.microsoft.com/office/drawing/2014/main" id="{6E210A9C-46CF-E34B-8A51-F4EB49C0E818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379684" y="1145426"/>
            <a:ext cx="2925613" cy="293251"/>
          </a:xfrm>
        </p:spPr>
        <p:txBody>
          <a:bodyPr lIns="0" rIns="0" anchor="ctr">
            <a:normAutofit/>
          </a:bodyPr>
          <a:lstStyle>
            <a:lvl1pPr marL="0" indent="0">
              <a:buNone/>
              <a:defRPr sz="1200" b="0" i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EXPERIENCE</a:t>
            </a:r>
          </a:p>
        </p:txBody>
      </p:sp>
      <p:sp>
        <p:nvSpPr>
          <p:cNvPr id="104" name="Text Placeholder 8" hidden="1">
            <a:extLst>
              <a:ext uri="{FF2B5EF4-FFF2-40B4-BE49-F238E27FC236}">
                <a16:creationId xmlns:a16="http://schemas.microsoft.com/office/drawing/2014/main" id="{5B112CE7-45E8-2E43-A633-DB4096453E16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379684" y="2840591"/>
            <a:ext cx="2925613" cy="248809"/>
          </a:xfrm>
        </p:spPr>
        <p:txBody>
          <a:bodyPr lIns="0" rIns="0" anchor="ctr">
            <a:noAutofit/>
          </a:bodyPr>
          <a:lstStyle>
            <a:lvl1pPr marL="0" indent="0">
              <a:buNone/>
              <a:defRPr sz="1100" b="0" i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Company Name | Job Title</a:t>
            </a:r>
          </a:p>
        </p:txBody>
      </p:sp>
      <p:sp>
        <p:nvSpPr>
          <p:cNvPr id="105" name="Text Placeholder 8" hidden="1">
            <a:extLst>
              <a:ext uri="{FF2B5EF4-FFF2-40B4-BE49-F238E27FC236}">
                <a16:creationId xmlns:a16="http://schemas.microsoft.com/office/drawing/2014/main" id="{57C75573-1BA8-C749-8829-0A0E96DACB4F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379684" y="3131604"/>
            <a:ext cx="2925613" cy="144438"/>
          </a:xfrm>
        </p:spPr>
        <p:txBody>
          <a:bodyPr lIns="0" rIns="0" anchor="ctr">
            <a:noAutofit/>
          </a:bodyPr>
          <a:lstStyle>
            <a:lvl1pPr marL="0" indent="0">
              <a:buNone/>
              <a:defRPr sz="1000" b="0" i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[Dates From]-[To]</a:t>
            </a:r>
          </a:p>
        </p:txBody>
      </p:sp>
      <p:sp>
        <p:nvSpPr>
          <p:cNvPr id="106" name="Text Placeholder 8" hidden="1">
            <a:extLst>
              <a:ext uri="{FF2B5EF4-FFF2-40B4-BE49-F238E27FC236}">
                <a16:creationId xmlns:a16="http://schemas.microsoft.com/office/drawing/2014/main" id="{03288328-BBC2-C043-ABA7-6DE1329DE976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379684" y="3327527"/>
            <a:ext cx="2925612" cy="668990"/>
          </a:xfrm>
        </p:spPr>
        <p:txBody>
          <a:bodyPr lIns="0" tIns="0" rIns="0" anchor="t">
            <a:noAutofit/>
          </a:bodyPr>
          <a:lstStyle>
            <a:lvl1pPr marL="0" indent="0">
              <a:lnSpc>
                <a:spcPct val="100000"/>
              </a:lnSpc>
              <a:buNone/>
              <a:defRPr sz="1000" b="0" i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Lorem ipsum dolor sit amet, consectetur adipiscing elit, sed do eiusmod tempor incididunt ut labore et dolore magna aliqua. Ut enm ad minim veniam, quis nostrud exercitation.</a:t>
            </a:r>
          </a:p>
        </p:txBody>
      </p:sp>
      <p:sp>
        <p:nvSpPr>
          <p:cNvPr id="107" name="Text Placeholder 8" hidden="1">
            <a:extLst>
              <a:ext uri="{FF2B5EF4-FFF2-40B4-BE49-F238E27FC236}">
                <a16:creationId xmlns:a16="http://schemas.microsoft.com/office/drawing/2014/main" id="{82046C4E-90DA-4347-A96F-BD316B2235F4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379684" y="4107059"/>
            <a:ext cx="2925613" cy="248809"/>
          </a:xfrm>
        </p:spPr>
        <p:txBody>
          <a:bodyPr lIns="0" rIns="0" anchor="ctr">
            <a:noAutofit/>
          </a:bodyPr>
          <a:lstStyle>
            <a:lvl1pPr marL="0" indent="0">
              <a:buNone/>
              <a:defRPr sz="1100" b="0" i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Company Name | Job Title</a:t>
            </a:r>
          </a:p>
        </p:txBody>
      </p:sp>
      <p:sp>
        <p:nvSpPr>
          <p:cNvPr id="108" name="Text Placeholder 8" hidden="1">
            <a:extLst>
              <a:ext uri="{FF2B5EF4-FFF2-40B4-BE49-F238E27FC236}">
                <a16:creationId xmlns:a16="http://schemas.microsoft.com/office/drawing/2014/main" id="{D7E3073B-1F03-B344-9CCF-D116EF964110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379684" y="4398072"/>
            <a:ext cx="2925613" cy="144438"/>
          </a:xfrm>
        </p:spPr>
        <p:txBody>
          <a:bodyPr lIns="0" rIns="0" anchor="ctr">
            <a:noAutofit/>
          </a:bodyPr>
          <a:lstStyle>
            <a:lvl1pPr marL="0" indent="0">
              <a:buNone/>
              <a:defRPr sz="1000" b="0" i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[Dates From]-[To]</a:t>
            </a:r>
          </a:p>
        </p:txBody>
      </p:sp>
      <p:sp>
        <p:nvSpPr>
          <p:cNvPr id="109" name="Text Placeholder 8" hidden="1">
            <a:extLst>
              <a:ext uri="{FF2B5EF4-FFF2-40B4-BE49-F238E27FC236}">
                <a16:creationId xmlns:a16="http://schemas.microsoft.com/office/drawing/2014/main" id="{2EE283F0-AFCD-5741-8C35-207ABF2D6E52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379684" y="4593995"/>
            <a:ext cx="2925612" cy="709398"/>
          </a:xfrm>
        </p:spPr>
        <p:txBody>
          <a:bodyPr lIns="0" tIns="0" rIns="0" anchor="t">
            <a:noAutofit/>
          </a:bodyPr>
          <a:lstStyle>
            <a:lvl1pPr marL="0" indent="0">
              <a:lnSpc>
                <a:spcPct val="100000"/>
              </a:lnSpc>
              <a:buNone/>
              <a:defRPr sz="1000" b="0" i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Lorem ipsum dolor sit amet, consectetur adipiscing elit, sed do eiusmod tempor incididunt ut labore et dolore magna aliqua. Ut enim ad minim veniam, quis nostrud exercitation.</a:t>
            </a:r>
          </a:p>
        </p:txBody>
      </p:sp>
      <p:sp>
        <p:nvSpPr>
          <p:cNvPr id="141" name="Text Placeholder 18" hidden="1">
            <a:extLst>
              <a:ext uri="{FF2B5EF4-FFF2-40B4-BE49-F238E27FC236}">
                <a16:creationId xmlns:a16="http://schemas.microsoft.com/office/drawing/2014/main" id="{74300729-6F26-BF4C-84B9-420C9383BB75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3976399" y="7594586"/>
            <a:ext cx="2687637" cy="375733"/>
          </a:xfrm>
        </p:spPr>
        <p:txBody>
          <a:bodyPr lIns="0" rIns="0" anchor="ctr">
            <a:normAutofit/>
          </a:bodyPr>
          <a:lstStyle>
            <a:lvl1pPr marL="0" indent="0">
              <a:buNone/>
              <a:defRPr sz="1400" b="0">
                <a:solidFill>
                  <a:schemeClr val="bg1"/>
                </a:solidFill>
              </a:defRPr>
            </a:lvl1pPr>
            <a:lvl2pPr marL="342900" indent="0">
              <a:buNone/>
              <a:defRPr>
                <a:solidFill>
                  <a:schemeClr val="bg1"/>
                </a:solidFill>
              </a:defRPr>
            </a:lvl2pPr>
            <a:lvl3pPr marL="685800" indent="0">
              <a:buNone/>
              <a:defRPr>
                <a:solidFill>
                  <a:schemeClr val="bg1"/>
                </a:solidFill>
              </a:defRPr>
            </a:lvl3pPr>
            <a:lvl4pPr marL="1028700" indent="0">
              <a:buNone/>
              <a:defRPr>
                <a:solidFill>
                  <a:schemeClr val="bg1"/>
                </a:solidFill>
              </a:defRPr>
            </a:lvl4pPr>
            <a:lvl5pPr marL="13716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[www.website.com]</a:t>
            </a:r>
          </a:p>
        </p:txBody>
      </p:sp>
      <p:sp>
        <p:nvSpPr>
          <p:cNvPr id="142" name="Text Placeholder 18" hidden="1">
            <a:extLst>
              <a:ext uri="{FF2B5EF4-FFF2-40B4-BE49-F238E27FC236}">
                <a16:creationId xmlns:a16="http://schemas.microsoft.com/office/drawing/2014/main" id="{DDE57839-AE02-5A48-BA9C-A372F59A8A9A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3976399" y="8060579"/>
            <a:ext cx="2687637" cy="375733"/>
          </a:xfrm>
        </p:spPr>
        <p:txBody>
          <a:bodyPr lIns="0" rIns="0" anchor="ctr">
            <a:normAutofit/>
          </a:bodyPr>
          <a:lstStyle>
            <a:lvl1pPr marL="0" indent="0">
              <a:buNone/>
              <a:defRPr sz="1400" b="0">
                <a:solidFill>
                  <a:schemeClr val="bg1"/>
                </a:solidFill>
              </a:defRPr>
            </a:lvl1pPr>
            <a:lvl2pPr marL="342900" indent="0">
              <a:buNone/>
              <a:defRPr>
                <a:solidFill>
                  <a:schemeClr val="bg1"/>
                </a:solidFill>
              </a:defRPr>
            </a:lvl2pPr>
            <a:lvl3pPr marL="685800" indent="0">
              <a:buNone/>
              <a:defRPr>
                <a:solidFill>
                  <a:schemeClr val="bg1"/>
                </a:solidFill>
              </a:defRPr>
            </a:lvl3pPr>
            <a:lvl4pPr marL="1028700" indent="0">
              <a:buNone/>
              <a:defRPr>
                <a:solidFill>
                  <a:schemeClr val="bg1"/>
                </a:solidFill>
              </a:defRPr>
            </a:lvl4pPr>
            <a:lvl5pPr marL="13716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[E-mail@e-mail.com]</a:t>
            </a:r>
          </a:p>
        </p:txBody>
      </p:sp>
      <p:sp>
        <p:nvSpPr>
          <p:cNvPr id="143" name="Text Placeholder 18" hidden="1">
            <a:extLst>
              <a:ext uri="{FF2B5EF4-FFF2-40B4-BE49-F238E27FC236}">
                <a16:creationId xmlns:a16="http://schemas.microsoft.com/office/drawing/2014/main" id="{D9890AB4-F0C2-C14A-AE40-76B0671D7726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3976399" y="8531775"/>
            <a:ext cx="2687637" cy="375733"/>
          </a:xfrm>
        </p:spPr>
        <p:txBody>
          <a:bodyPr lIns="0" rIns="0" anchor="ctr">
            <a:normAutofit/>
          </a:bodyPr>
          <a:lstStyle>
            <a:lvl1pPr marL="0" indent="0">
              <a:buNone/>
              <a:defRPr sz="1400" b="0">
                <a:solidFill>
                  <a:schemeClr val="bg1"/>
                </a:solidFill>
              </a:defRPr>
            </a:lvl1pPr>
            <a:lvl2pPr marL="342900" indent="0">
              <a:buNone/>
              <a:defRPr>
                <a:solidFill>
                  <a:schemeClr val="bg1"/>
                </a:solidFill>
              </a:defRPr>
            </a:lvl2pPr>
            <a:lvl3pPr marL="685800" indent="0">
              <a:buNone/>
              <a:defRPr>
                <a:solidFill>
                  <a:schemeClr val="bg1"/>
                </a:solidFill>
              </a:defRPr>
            </a:lvl3pPr>
            <a:lvl4pPr marL="1028700" indent="0">
              <a:buNone/>
              <a:defRPr>
                <a:solidFill>
                  <a:schemeClr val="bg1"/>
                </a:solidFill>
              </a:defRPr>
            </a:lvl4pPr>
            <a:lvl5pPr marL="13716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[Phone Number]</a:t>
            </a:r>
          </a:p>
        </p:txBody>
      </p:sp>
      <p:sp>
        <p:nvSpPr>
          <p:cNvPr id="306" name="Text Placeholder 25" hidden="1">
            <a:extLst>
              <a:ext uri="{FF2B5EF4-FFF2-40B4-BE49-F238E27FC236}">
                <a16:creationId xmlns:a16="http://schemas.microsoft.com/office/drawing/2014/main" id="{F296C2BF-1825-2C45-A87E-72A783A27BCE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5410200" y="4355868"/>
            <a:ext cx="1327150" cy="149225"/>
          </a:xfrm>
        </p:spPr>
        <p:txBody>
          <a:bodyPr lIns="0" rIns="0" anchor="ctr">
            <a:noAutofit/>
          </a:bodyPr>
          <a:lstStyle>
            <a:lvl1pPr marL="0" indent="0">
              <a:buNone/>
              <a:defRPr sz="1000">
                <a:solidFill>
                  <a:schemeClr val="bg1"/>
                </a:solidFill>
                <a:latin typeface="+mj-lt"/>
              </a:defRPr>
            </a:lvl1pPr>
            <a:lvl2pPr marL="342900" indent="0">
              <a:buNone/>
              <a:defRPr sz="1000">
                <a:solidFill>
                  <a:schemeClr val="bg1"/>
                </a:solidFill>
                <a:latin typeface="+mj-lt"/>
              </a:defRPr>
            </a:lvl2pPr>
            <a:lvl3pPr marL="685800" indent="0">
              <a:buNone/>
              <a:defRPr sz="1000">
                <a:solidFill>
                  <a:schemeClr val="bg1"/>
                </a:solidFill>
                <a:latin typeface="+mj-lt"/>
              </a:defRPr>
            </a:lvl3pPr>
            <a:lvl4pPr marL="1028700" indent="0">
              <a:buNone/>
              <a:defRPr sz="1000">
                <a:solidFill>
                  <a:schemeClr val="bg1"/>
                </a:solidFill>
                <a:latin typeface="+mj-lt"/>
              </a:defRPr>
            </a:lvl4pPr>
            <a:lvl5pPr marL="1371600" indent="0">
              <a:buNone/>
              <a:defRPr sz="1000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 noProof="0"/>
              <a:t>POWERPOINT</a:t>
            </a:r>
          </a:p>
        </p:txBody>
      </p:sp>
      <p:sp>
        <p:nvSpPr>
          <p:cNvPr id="310" name="Text Placeholder 25" hidden="1">
            <a:extLst>
              <a:ext uri="{FF2B5EF4-FFF2-40B4-BE49-F238E27FC236}">
                <a16:creationId xmlns:a16="http://schemas.microsoft.com/office/drawing/2014/main" id="{847127D0-A2CA-244C-B0BB-449CC673F06E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5410200" y="4531709"/>
            <a:ext cx="1327150" cy="149225"/>
          </a:xfrm>
        </p:spPr>
        <p:txBody>
          <a:bodyPr lIns="0" rIns="0" anchor="ctr">
            <a:noAutofit/>
          </a:bodyPr>
          <a:lstStyle>
            <a:lvl1pPr marL="0" indent="0">
              <a:buNone/>
              <a:defRPr sz="1000">
                <a:solidFill>
                  <a:schemeClr val="bg1"/>
                </a:solidFill>
                <a:latin typeface="+mj-lt"/>
              </a:defRPr>
            </a:lvl1pPr>
            <a:lvl2pPr marL="342900" indent="0">
              <a:buNone/>
              <a:defRPr sz="1000">
                <a:solidFill>
                  <a:schemeClr val="bg1"/>
                </a:solidFill>
                <a:latin typeface="+mj-lt"/>
              </a:defRPr>
            </a:lvl2pPr>
            <a:lvl3pPr marL="685800" indent="0">
              <a:buNone/>
              <a:defRPr sz="1000">
                <a:solidFill>
                  <a:schemeClr val="bg1"/>
                </a:solidFill>
                <a:latin typeface="+mj-lt"/>
              </a:defRPr>
            </a:lvl3pPr>
            <a:lvl4pPr marL="1028700" indent="0">
              <a:buNone/>
              <a:defRPr sz="1000">
                <a:solidFill>
                  <a:schemeClr val="bg1"/>
                </a:solidFill>
                <a:latin typeface="+mj-lt"/>
              </a:defRPr>
            </a:lvl4pPr>
            <a:lvl5pPr marL="1371600" indent="0">
              <a:buNone/>
              <a:defRPr sz="1000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 noProof="0"/>
              <a:t>SOCIAL MEDIA</a:t>
            </a:r>
          </a:p>
        </p:txBody>
      </p:sp>
      <p:sp>
        <p:nvSpPr>
          <p:cNvPr id="312" name="Text Placeholder 25" hidden="1">
            <a:extLst>
              <a:ext uri="{FF2B5EF4-FFF2-40B4-BE49-F238E27FC236}">
                <a16:creationId xmlns:a16="http://schemas.microsoft.com/office/drawing/2014/main" id="{977FAA94-5605-AD4B-8EC7-19418B74B7F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5410200" y="4702427"/>
            <a:ext cx="1327150" cy="149225"/>
          </a:xfrm>
        </p:spPr>
        <p:txBody>
          <a:bodyPr lIns="0" rIns="0" anchor="ctr">
            <a:noAutofit/>
          </a:bodyPr>
          <a:lstStyle>
            <a:lvl1pPr marL="0" indent="0">
              <a:buNone/>
              <a:defRPr sz="1000">
                <a:solidFill>
                  <a:schemeClr val="bg1"/>
                </a:solidFill>
                <a:latin typeface="+mj-lt"/>
              </a:defRPr>
            </a:lvl1pPr>
            <a:lvl2pPr marL="342900" indent="0">
              <a:buNone/>
              <a:defRPr sz="1000">
                <a:solidFill>
                  <a:schemeClr val="bg1"/>
                </a:solidFill>
                <a:latin typeface="+mj-lt"/>
              </a:defRPr>
            </a:lvl2pPr>
            <a:lvl3pPr marL="685800" indent="0">
              <a:buNone/>
              <a:defRPr sz="1000">
                <a:solidFill>
                  <a:schemeClr val="bg1"/>
                </a:solidFill>
                <a:latin typeface="+mj-lt"/>
              </a:defRPr>
            </a:lvl3pPr>
            <a:lvl4pPr marL="1028700" indent="0">
              <a:buNone/>
              <a:defRPr sz="1000">
                <a:solidFill>
                  <a:schemeClr val="bg1"/>
                </a:solidFill>
                <a:latin typeface="+mj-lt"/>
              </a:defRPr>
            </a:lvl4pPr>
            <a:lvl5pPr marL="1371600" indent="0">
              <a:buNone/>
              <a:defRPr sz="1000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 noProof="0"/>
              <a:t>TEAM MANAGEMENT</a:t>
            </a:r>
          </a:p>
        </p:txBody>
      </p:sp>
      <p:sp>
        <p:nvSpPr>
          <p:cNvPr id="317" name="Text Placeholder 25" hidden="1">
            <a:extLst>
              <a:ext uri="{FF2B5EF4-FFF2-40B4-BE49-F238E27FC236}">
                <a16:creationId xmlns:a16="http://schemas.microsoft.com/office/drawing/2014/main" id="{55B31FD5-2D4E-FB40-8D3B-9D64BB06ACEB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5410200" y="4191906"/>
            <a:ext cx="1327150" cy="149225"/>
          </a:xfrm>
        </p:spPr>
        <p:txBody>
          <a:bodyPr lIns="0" rIns="0" anchor="ctr">
            <a:noAutofit/>
          </a:bodyPr>
          <a:lstStyle>
            <a:lvl1pPr marL="0" indent="0">
              <a:buNone/>
              <a:defRPr sz="1000">
                <a:solidFill>
                  <a:schemeClr val="bg1"/>
                </a:solidFill>
                <a:latin typeface="+mj-lt"/>
              </a:defRPr>
            </a:lvl1pPr>
            <a:lvl2pPr marL="342900" indent="0">
              <a:buNone/>
              <a:defRPr sz="1000">
                <a:solidFill>
                  <a:schemeClr val="bg1"/>
                </a:solidFill>
                <a:latin typeface="+mj-lt"/>
              </a:defRPr>
            </a:lvl2pPr>
            <a:lvl3pPr marL="685800" indent="0">
              <a:buNone/>
              <a:defRPr sz="1000">
                <a:solidFill>
                  <a:schemeClr val="bg1"/>
                </a:solidFill>
                <a:latin typeface="+mj-lt"/>
              </a:defRPr>
            </a:lvl3pPr>
            <a:lvl4pPr marL="1028700" indent="0">
              <a:buNone/>
              <a:defRPr sz="1000">
                <a:solidFill>
                  <a:schemeClr val="bg1"/>
                </a:solidFill>
                <a:latin typeface="+mj-lt"/>
              </a:defRPr>
            </a:lvl4pPr>
            <a:lvl5pPr marL="1371600" indent="0">
              <a:buNone/>
              <a:defRPr sz="1000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 noProof="0"/>
              <a:t>EXCEL</a:t>
            </a:r>
          </a:p>
        </p:txBody>
      </p:sp>
      <p:sp>
        <p:nvSpPr>
          <p:cNvPr id="318" name="Text Placeholder 25" hidden="1">
            <a:extLst>
              <a:ext uri="{FF2B5EF4-FFF2-40B4-BE49-F238E27FC236}">
                <a16:creationId xmlns:a16="http://schemas.microsoft.com/office/drawing/2014/main" id="{ACC18595-C5AA-D643-9CE9-8E035BE3CBCF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5410200" y="4009026"/>
            <a:ext cx="1327150" cy="149225"/>
          </a:xfrm>
        </p:spPr>
        <p:txBody>
          <a:bodyPr lIns="0" rIns="0" anchor="ctr">
            <a:noAutofit/>
          </a:bodyPr>
          <a:lstStyle>
            <a:lvl1pPr marL="0" indent="0">
              <a:buNone/>
              <a:defRPr sz="1000">
                <a:solidFill>
                  <a:schemeClr val="bg1"/>
                </a:solidFill>
                <a:latin typeface="+mj-lt"/>
              </a:defRPr>
            </a:lvl1pPr>
            <a:lvl2pPr marL="342900" indent="0">
              <a:buNone/>
              <a:defRPr sz="1000">
                <a:solidFill>
                  <a:schemeClr val="bg1"/>
                </a:solidFill>
                <a:latin typeface="+mj-lt"/>
              </a:defRPr>
            </a:lvl2pPr>
            <a:lvl3pPr marL="685800" indent="0">
              <a:buNone/>
              <a:defRPr sz="1000">
                <a:solidFill>
                  <a:schemeClr val="bg1"/>
                </a:solidFill>
                <a:latin typeface="+mj-lt"/>
              </a:defRPr>
            </a:lvl3pPr>
            <a:lvl4pPr marL="1028700" indent="0">
              <a:buNone/>
              <a:defRPr sz="1000">
                <a:solidFill>
                  <a:schemeClr val="bg1"/>
                </a:solidFill>
                <a:latin typeface="+mj-lt"/>
              </a:defRPr>
            </a:lvl4pPr>
            <a:lvl5pPr marL="1371600" indent="0">
              <a:buNone/>
              <a:defRPr sz="1000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 noProof="0"/>
              <a:t>WORD</a:t>
            </a:r>
          </a:p>
        </p:txBody>
      </p:sp>
      <p:sp>
        <p:nvSpPr>
          <p:cNvPr id="336" name="Text Placeholder 25" hidden="1">
            <a:extLst>
              <a:ext uri="{FF2B5EF4-FFF2-40B4-BE49-F238E27FC236}">
                <a16:creationId xmlns:a16="http://schemas.microsoft.com/office/drawing/2014/main" id="{8AE7172C-56DA-214E-A8DD-40FE03883127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5410200" y="5384539"/>
            <a:ext cx="1327150" cy="187142"/>
          </a:xfrm>
        </p:spPr>
        <p:txBody>
          <a:bodyPr lIns="0" rIns="0" anchor="ctr">
            <a:noAutofit/>
          </a:bodyPr>
          <a:lstStyle>
            <a:lvl1pPr marL="0" indent="0">
              <a:buNone/>
              <a:defRPr sz="1000">
                <a:solidFill>
                  <a:schemeClr val="bg1"/>
                </a:solidFill>
                <a:latin typeface="+mj-lt"/>
              </a:defRPr>
            </a:lvl1pPr>
            <a:lvl2pPr marL="342900" indent="0">
              <a:buNone/>
              <a:defRPr sz="1000">
                <a:solidFill>
                  <a:schemeClr val="bg1"/>
                </a:solidFill>
                <a:latin typeface="+mj-lt"/>
              </a:defRPr>
            </a:lvl2pPr>
            <a:lvl3pPr marL="685800" indent="0">
              <a:buNone/>
              <a:defRPr sz="1000">
                <a:solidFill>
                  <a:schemeClr val="bg1"/>
                </a:solidFill>
                <a:latin typeface="+mj-lt"/>
              </a:defRPr>
            </a:lvl3pPr>
            <a:lvl4pPr marL="1028700" indent="0">
              <a:buNone/>
              <a:defRPr sz="1000">
                <a:solidFill>
                  <a:schemeClr val="bg1"/>
                </a:solidFill>
                <a:latin typeface="+mj-lt"/>
              </a:defRPr>
            </a:lvl4pPr>
            <a:lvl5pPr marL="1371600" indent="0">
              <a:buNone/>
              <a:defRPr sz="1000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 noProof="0"/>
              <a:t>ENGLISH</a:t>
            </a:r>
          </a:p>
        </p:txBody>
      </p:sp>
      <p:sp>
        <p:nvSpPr>
          <p:cNvPr id="337" name="Text Placeholder 25" hidden="1">
            <a:extLst>
              <a:ext uri="{FF2B5EF4-FFF2-40B4-BE49-F238E27FC236}">
                <a16:creationId xmlns:a16="http://schemas.microsoft.com/office/drawing/2014/main" id="{A97B1250-9241-564A-A4AB-2492DD96A3E1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5410200" y="5652555"/>
            <a:ext cx="1327150" cy="187142"/>
          </a:xfrm>
        </p:spPr>
        <p:txBody>
          <a:bodyPr lIns="0" rIns="0" anchor="ctr">
            <a:noAutofit/>
          </a:bodyPr>
          <a:lstStyle>
            <a:lvl1pPr marL="0" indent="0">
              <a:buNone/>
              <a:defRPr sz="1000">
                <a:solidFill>
                  <a:schemeClr val="bg1"/>
                </a:solidFill>
                <a:latin typeface="+mj-lt"/>
              </a:defRPr>
            </a:lvl1pPr>
            <a:lvl2pPr marL="342900" indent="0">
              <a:buNone/>
              <a:defRPr sz="1000">
                <a:solidFill>
                  <a:schemeClr val="bg1"/>
                </a:solidFill>
                <a:latin typeface="+mj-lt"/>
              </a:defRPr>
            </a:lvl2pPr>
            <a:lvl3pPr marL="685800" indent="0">
              <a:buNone/>
              <a:defRPr sz="1000">
                <a:solidFill>
                  <a:schemeClr val="bg1"/>
                </a:solidFill>
                <a:latin typeface="+mj-lt"/>
              </a:defRPr>
            </a:lvl3pPr>
            <a:lvl4pPr marL="1028700" indent="0">
              <a:buNone/>
              <a:defRPr sz="1000">
                <a:solidFill>
                  <a:schemeClr val="bg1"/>
                </a:solidFill>
                <a:latin typeface="+mj-lt"/>
              </a:defRPr>
            </a:lvl4pPr>
            <a:lvl5pPr marL="1371600" indent="0">
              <a:buNone/>
              <a:defRPr sz="1000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 noProof="0"/>
              <a:t>FRENCH</a:t>
            </a:r>
          </a:p>
        </p:txBody>
      </p:sp>
      <p:sp>
        <p:nvSpPr>
          <p:cNvPr id="338" name="Text Placeholder 25" hidden="1">
            <a:extLst>
              <a:ext uri="{FF2B5EF4-FFF2-40B4-BE49-F238E27FC236}">
                <a16:creationId xmlns:a16="http://schemas.microsoft.com/office/drawing/2014/main" id="{B200B1D1-4434-5E49-8BFF-B6FF720E1DD5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5410200" y="5922990"/>
            <a:ext cx="1327150" cy="187142"/>
          </a:xfrm>
        </p:spPr>
        <p:txBody>
          <a:bodyPr lIns="0" rIns="0" anchor="ctr">
            <a:noAutofit/>
          </a:bodyPr>
          <a:lstStyle>
            <a:lvl1pPr marL="0" indent="0">
              <a:buNone/>
              <a:defRPr sz="1000">
                <a:solidFill>
                  <a:schemeClr val="bg1"/>
                </a:solidFill>
                <a:latin typeface="+mj-lt"/>
              </a:defRPr>
            </a:lvl1pPr>
            <a:lvl2pPr marL="342900" indent="0">
              <a:buNone/>
              <a:defRPr sz="1000">
                <a:solidFill>
                  <a:schemeClr val="bg1"/>
                </a:solidFill>
                <a:latin typeface="+mj-lt"/>
              </a:defRPr>
            </a:lvl2pPr>
            <a:lvl3pPr marL="685800" indent="0">
              <a:buNone/>
              <a:defRPr sz="1000">
                <a:solidFill>
                  <a:schemeClr val="bg1"/>
                </a:solidFill>
                <a:latin typeface="+mj-lt"/>
              </a:defRPr>
            </a:lvl3pPr>
            <a:lvl4pPr marL="1028700" indent="0">
              <a:buNone/>
              <a:defRPr sz="1000">
                <a:solidFill>
                  <a:schemeClr val="bg1"/>
                </a:solidFill>
                <a:latin typeface="+mj-lt"/>
              </a:defRPr>
            </a:lvl4pPr>
            <a:lvl5pPr marL="1371600" indent="0">
              <a:buNone/>
              <a:defRPr sz="1000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 noProof="0"/>
              <a:t>SPANISH</a:t>
            </a:r>
          </a:p>
        </p:txBody>
      </p:sp>
      <p:sp>
        <p:nvSpPr>
          <p:cNvPr id="339" name="Text Placeholder 25" hidden="1">
            <a:extLst>
              <a:ext uri="{FF2B5EF4-FFF2-40B4-BE49-F238E27FC236}">
                <a16:creationId xmlns:a16="http://schemas.microsoft.com/office/drawing/2014/main" id="{C4DC3A9C-1AC5-5343-ACF6-AFB45AB7A464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597877" y="8147512"/>
            <a:ext cx="1449583" cy="262769"/>
          </a:xfrm>
        </p:spPr>
        <p:txBody>
          <a:bodyPr lIns="0" rIns="0" anchor="ctr">
            <a:noAutofit/>
          </a:bodyPr>
          <a:lstStyle>
            <a:lvl1pPr marL="0" indent="0">
              <a:buNone/>
              <a:defRPr sz="1000">
                <a:solidFill>
                  <a:schemeClr val="bg1"/>
                </a:solidFill>
                <a:latin typeface="+mj-lt"/>
              </a:defRPr>
            </a:lvl1pPr>
            <a:lvl2pPr marL="342900" indent="0">
              <a:buNone/>
              <a:defRPr sz="1000">
                <a:solidFill>
                  <a:schemeClr val="bg1"/>
                </a:solidFill>
                <a:latin typeface="+mj-lt"/>
              </a:defRPr>
            </a:lvl2pPr>
            <a:lvl3pPr marL="685800" indent="0">
              <a:buNone/>
              <a:defRPr sz="1000">
                <a:solidFill>
                  <a:schemeClr val="bg1"/>
                </a:solidFill>
                <a:latin typeface="+mj-lt"/>
              </a:defRPr>
            </a:lvl3pPr>
            <a:lvl4pPr marL="1028700" indent="0">
              <a:buNone/>
              <a:defRPr sz="1000">
                <a:solidFill>
                  <a:schemeClr val="bg1"/>
                </a:solidFill>
                <a:latin typeface="+mj-lt"/>
              </a:defRPr>
            </a:lvl4pPr>
            <a:lvl5pPr marL="1371600" indent="0">
              <a:buNone/>
              <a:defRPr sz="1000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 noProof="0"/>
              <a:t>MANAGEMENT</a:t>
            </a:r>
          </a:p>
        </p:txBody>
      </p:sp>
      <p:sp>
        <p:nvSpPr>
          <p:cNvPr id="340" name="Text Placeholder 25" hidden="1">
            <a:extLst>
              <a:ext uri="{FF2B5EF4-FFF2-40B4-BE49-F238E27FC236}">
                <a16:creationId xmlns:a16="http://schemas.microsoft.com/office/drawing/2014/main" id="{6004AFFB-6BAF-924B-A5F2-CA7B7E10E574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597877" y="8415528"/>
            <a:ext cx="1449583" cy="262769"/>
          </a:xfrm>
        </p:spPr>
        <p:txBody>
          <a:bodyPr lIns="0" rIns="0" anchor="ctr">
            <a:noAutofit/>
          </a:bodyPr>
          <a:lstStyle>
            <a:lvl1pPr marL="0" indent="0">
              <a:buNone/>
              <a:defRPr sz="1000">
                <a:solidFill>
                  <a:schemeClr val="bg1"/>
                </a:solidFill>
                <a:latin typeface="+mj-lt"/>
              </a:defRPr>
            </a:lvl1pPr>
            <a:lvl2pPr marL="342900" indent="0">
              <a:buNone/>
              <a:defRPr sz="1000">
                <a:solidFill>
                  <a:schemeClr val="bg1"/>
                </a:solidFill>
                <a:latin typeface="+mj-lt"/>
              </a:defRPr>
            </a:lvl2pPr>
            <a:lvl3pPr marL="685800" indent="0">
              <a:buNone/>
              <a:defRPr sz="1000">
                <a:solidFill>
                  <a:schemeClr val="bg1"/>
                </a:solidFill>
                <a:latin typeface="+mj-lt"/>
              </a:defRPr>
            </a:lvl3pPr>
            <a:lvl4pPr marL="1028700" indent="0">
              <a:buNone/>
              <a:defRPr sz="1000">
                <a:solidFill>
                  <a:schemeClr val="bg1"/>
                </a:solidFill>
                <a:latin typeface="+mj-lt"/>
              </a:defRPr>
            </a:lvl4pPr>
            <a:lvl5pPr marL="1371600" indent="0">
              <a:buNone/>
              <a:defRPr sz="1000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 noProof="0"/>
              <a:t>DESIGN</a:t>
            </a:r>
          </a:p>
        </p:txBody>
      </p:sp>
      <p:sp>
        <p:nvSpPr>
          <p:cNvPr id="341" name="Text Placeholder 25" hidden="1">
            <a:extLst>
              <a:ext uri="{FF2B5EF4-FFF2-40B4-BE49-F238E27FC236}">
                <a16:creationId xmlns:a16="http://schemas.microsoft.com/office/drawing/2014/main" id="{1E9B43B5-9A43-B448-95A4-FDD649321FCA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597877" y="8697907"/>
            <a:ext cx="1449583" cy="238881"/>
          </a:xfrm>
        </p:spPr>
        <p:txBody>
          <a:bodyPr lIns="0" rIns="0" anchor="ctr">
            <a:noAutofit/>
          </a:bodyPr>
          <a:lstStyle>
            <a:lvl1pPr marL="0" indent="0">
              <a:buNone/>
              <a:defRPr sz="1000">
                <a:solidFill>
                  <a:schemeClr val="bg1"/>
                </a:solidFill>
                <a:latin typeface="+mj-lt"/>
              </a:defRPr>
            </a:lvl1pPr>
            <a:lvl2pPr marL="342900" indent="0">
              <a:buNone/>
              <a:defRPr sz="1000">
                <a:solidFill>
                  <a:schemeClr val="bg1"/>
                </a:solidFill>
                <a:latin typeface="+mj-lt"/>
              </a:defRPr>
            </a:lvl2pPr>
            <a:lvl3pPr marL="685800" indent="0">
              <a:buNone/>
              <a:defRPr sz="1000">
                <a:solidFill>
                  <a:schemeClr val="bg1"/>
                </a:solidFill>
                <a:latin typeface="+mj-lt"/>
              </a:defRPr>
            </a:lvl3pPr>
            <a:lvl4pPr marL="1028700" indent="0">
              <a:buNone/>
              <a:defRPr sz="1000">
                <a:solidFill>
                  <a:schemeClr val="bg1"/>
                </a:solidFill>
                <a:latin typeface="+mj-lt"/>
              </a:defRPr>
            </a:lvl4pPr>
            <a:lvl5pPr marL="1371600" indent="0">
              <a:buNone/>
              <a:defRPr sz="1000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 noProof="0"/>
              <a:t>DEVELOPMENT</a:t>
            </a:r>
          </a:p>
        </p:txBody>
      </p:sp>
      <p:sp>
        <p:nvSpPr>
          <p:cNvPr id="342" name="Text Placeholder 25" hidden="1">
            <a:extLst>
              <a:ext uri="{FF2B5EF4-FFF2-40B4-BE49-F238E27FC236}">
                <a16:creationId xmlns:a16="http://schemas.microsoft.com/office/drawing/2014/main" id="{1ACF054A-3D21-D642-B4C6-DB5BDAC19274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597877" y="7593880"/>
            <a:ext cx="1449583" cy="289046"/>
          </a:xfrm>
        </p:spPr>
        <p:txBody>
          <a:bodyPr lIns="0" rIns="0" anchor="ctr">
            <a:noAutofit/>
          </a:bodyPr>
          <a:lstStyle>
            <a:lvl1pPr marL="0" indent="0">
              <a:buNone/>
              <a:defRPr sz="1200">
                <a:solidFill>
                  <a:schemeClr val="bg1"/>
                </a:solidFill>
                <a:latin typeface="+mn-lt"/>
              </a:defRPr>
            </a:lvl1pPr>
            <a:lvl2pPr marL="342900" indent="0">
              <a:buNone/>
              <a:defRPr sz="1000">
                <a:solidFill>
                  <a:schemeClr val="bg1"/>
                </a:solidFill>
                <a:latin typeface="+mj-lt"/>
              </a:defRPr>
            </a:lvl2pPr>
            <a:lvl3pPr marL="685800" indent="0">
              <a:buNone/>
              <a:defRPr sz="1000">
                <a:solidFill>
                  <a:schemeClr val="bg1"/>
                </a:solidFill>
                <a:latin typeface="+mj-lt"/>
              </a:defRPr>
            </a:lvl3pPr>
            <a:lvl4pPr marL="1028700" indent="0">
              <a:buNone/>
              <a:defRPr sz="1000">
                <a:solidFill>
                  <a:schemeClr val="bg1"/>
                </a:solidFill>
                <a:latin typeface="+mj-lt"/>
              </a:defRPr>
            </a:lvl4pPr>
            <a:lvl5pPr marL="1371600" indent="0">
              <a:buNone/>
              <a:defRPr sz="1000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 noProof="0"/>
              <a:t>ABILITIES</a:t>
            </a:r>
          </a:p>
        </p:txBody>
      </p:sp>
      <p:sp>
        <p:nvSpPr>
          <p:cNvPr id="343" name="Text Placeholder 25" hidden="1">
            <a:extLst>
              <a:ext uri="{FF2B5EF4-FFF2-40B4-BE49-F238E27FC236}">
                <a16:creationId xmlns:a16="http://schemas.microsoft.com/office/drawing/2014/main" id="{7C941C70-D057-D04B-BD74-348163471A70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597877" y="7878034"/>
            <a:ext cx="1449583" cy="262769"/>
          </a:xfrm>
        </p:spPr>
        <p:txBody>
          <a:bodyPr lIns="0" rIns="0" anchor="ctr">
            <a:noAutofit/>
          </a:bodyPr>
          <a:lstStyle>
            <a:lvl1pPr marL="0" indent="0">
              <a:buNone/>
              <a:defRPr sz="1000">
                <a:solidFill>
                  <a:schemeClr val="bg1"/>
                </a:solidFill>
                <a:latin typeface="+mj-lt"/>
              </a:defRPr>
            </a:lvl1pPr>
            <a:lvl2pPr marL="342900" indent="0">
              <a:buNone/>
              <a:defRPr sz="1000">
                <a:solidFill>
                  <a:schemeClr val="bg1"/>
                </a:solidFill>
                <a:latin typeface="+mj-lt"/>
              </a:defRPr>
            </a:lvl2pPr>
            <a:lvl3pPr marL="685800" indent="0">
              <a:buNone/>
              <a:defRPr sz="1000">
                <a:solidFill>
                  <a:schemeClr val="bg1"/>
                </a:solidFill>
                <a:latin typeface="+mj-lt"/>
              </a:defRPr>
            </a:lvl3pPr>
            <a:lvl4pPr marL="1028700" indent="0">
              <a:buNone/>
              <a:defRPr sz="1000">
                <a:solidFill>
                  <a:schemeClr val="bg1"/>
                </a:solidFill>
                <a:latin typeface="+mj-lt"/>
              </a:defRPr>
            </a:lvl4pPr>
            <a:lvl5pPr marL="1371600" indent="0">
              <a:buNone/>
              <a:defRPr sz="1000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 noProof="0"/>
              <a:t>MARKETING</a:t>
            </a:r>
          </a:p>
        </p:txBody>
      </p:sp>
      <p:sp>
        <p:nvSpPr>
          <p:cNvPr id="344" name="Text Placeholder 25" hidden="1">
            <a:extLst>
              <a:ext uri="{FF2B5EF4-FFF2-40B4-BE49-F238E27FC236}">
                <a16:creationId xmlns:a16="http://schemas.microsoft.com/office/drawing/2014/main" id="{CF61B5C1-8C61-1143-9083-AD58E1C749FA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2094178" y="8160704"/>
            <a:ext cx="1065342" cy="229094"/>
          </a:xfrm>
        </p:spPr>
        <p:txBody>
          <a:bodyPr lIns="0" rIns="0" anchor="ctr">
            <a:noAutofit/>
          </a:bodyPr>
          <a:lstStyle>
            <a:lvl1pPr marL="0" indent="0" algn="ctr">
              <a:buNone/>
              <a:defRPr sz="1400" b="1">
                <a:solidFill>
                  <a:schemeClr val="bg1"/>
                </a:solidFill>
                <a:latin typeface="+mj-lt"/>
              </a:defRPr>
            </a:lvl1pPr>
            <a:lvl2pPr marL="342900" indent="0">
              <a:buNone/>
              <a:defRPr sz="1000">
                <a:solidFill>
                  <a:schemeClr val="bg1"/>
                </a:solidFill>
                <a:latin typeface="+mj-lt"/>
              </a:defRPr>
            </a:lvl2pPr>
            <a:lvl3pPr marL="685800" indent="0">
              <a:buNone/>
              <a:defRPr sz="1000">
                <a:solidFill>
                  <a:schemeClr val="bg1"/>
                </a:solidFill>
                <a:latin typeface="+mj-lt"/>
              </a:defRPr>
            </a:lvl3pPr>
            <a:lvl4pPr marL="1028700" indent="0">
              <a:buNone/>
              <a:defRPr sz="1000">
                <a:solidFill>
                  <a:schemeClr val="bg1"/>
                </a:solidFill>
                <a:latin typeface="+mj-lt"/>
              </a:defRPr>
            </a:lvl4pPr>
            <a:lvl5pPr marL="1371600" indent="0">
              <a:buNone/>
              <a:defRPr sz="1000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 noProof="0"/>
              <a:t>10</a:t>
            </a:r>
          </a:p>
        </p:txBody>
      </p:sp>
      <p:sp>
        <p:nvSpPr>
          <p:cNvPr id="345" name="Text Placeholder 25" hidden="1">
            <a:extLst>
              <a:ext uri="{FF2B5EF4-FFF2-40B4-BE49-F238E27FC236}">
                <a16:creationId xmlns:a16="http://schemas.microsoft.com/office/drawing/2014/main" id="{0B7D9C94-0A2C-3B4E-8B05-B7547A9A0E78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2094178" y="8436611"/>
            <a:ext cx="1065342" cy="229094"/>
          </a:xfrm>
        </p:spPr>
        <p:txBody>
          <a:bodyPr lIns="0" rIns="0" anchor="ctr">
            <a:noAutofit/>
          </a:bodyPr>
          <a:lstStyle>
            <a:lvl1pPr marL="0" indent="0" algn="ctr">
              <a:buNone/>
              <a:defRPr sz="1400" b="1">
                <a:solidFill>
                  <a:schemeClr val="bg1"/>
                </a:solidFill>
                <a:latin typeface="+mj-lt"/>
              </a:defRPr>
            </a:lvl1pPr>
            <a:lvl2pPr marL="342900" indent="0">
              <a:buNone/>
              <a:defRPr sz="1000">
                <a:solidFill>
                  <a:schemeClr val="bg1"/>
                </a:solidFill>
                <a:latin typeface="+mj-lt"/>
              </a:defRPr>
            </a:lvl2pPr>
            <a:lvl3pPr marL="685800" indent="0">
              <a:buNone/>
              <a:defRPr sz="1000">
                <a:solidFill>
                  <a:schemeClr val="bg1"/>
                </a:solidFill>
                <a:latin typeface="+mj-lt"/>
              </a:defRPr>
            </a:lvl3pPr>
            <a:lvl4pPr marL="1028700" indent="0">
              <a:buNone/>
              <a:defRPr sz="1000">
                <a:solidFill>
                  <a:schemeClr val="bg1"/>
                </a:solidFill>
                <a:latin typeface="+mj-lt"/>
              </a:defRPr>
            </a:lvl4pPr>
            <a:lvl5pPr marL="1371600" indent="0">
              <a:buNone/>
              <a:defRPr sz="1000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 noProof="0"/>
              <a:t>7</a:t>
            </a:r>
          </a:p>
        </p:txBody>
      </p:sp>
      <p:sp>
        <p:nvSpPr>
          <p:cNvPr id="346" name="Text Placeholder 25" hidden="1">
            <a:extLst>
              <a:ext uri="{FF2B5EF4-FFF2-40B4-BE49-F238E27FC236}">
                <a16:creationId xmlns:a16="http://schemas.microsoft.com/office/drawing/2014/main" id="{CCE3AE9C-BC12-B743-BF3F-A8308EFB290C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2094178" y="8698945"/>
            <a:ext cx="1065342" cy="229094"/>
          </a:xfrm>
        </p:spPr>
        <p:txBody>
          <a:bodyPr lIns="0" rIns="0" anchor="ctr">
            <a:noAutofit/>
          </a:bodyPr>
          <a:lstStyle>
            <a:lvl1pPr marL="0" indent="0" algn="ctr">
              <a:buNone/>
              <a:defRPr sz="1400" b="1">
                <a:solidFill>
                  <a:schemeClr val="bg1"/>
                </a:solidFill>
                <a:latin typeface="+mj-lt"/>
              </a:defRPr>
            </a:lvl1pPr>
            <a:lvl2pPr marL="342900" indent="0">
              <a:buNone/>
              <a:defRPr sz="1000">
                <a:solidFill>
                  <a:schemeClr val="bg1"/>
                </a:solidFill>
                <a:latin typeface="+mj-lt"/>
              </a:defRPr>
            </a:lvl2pPr>
            <a:lvl3pPr marL="685800" indent="0">
              <a:buNone/>
              <a:defRPr sz="1000">
                <a:solidFill>
                  <a:schemeClr val="bg1"/>
                </a:solidFill>
                <a:latin typeface="+mj-lt"/>
              </a:defRPr>
            </a:lvl3pPr>
            <a:lvl4pPr marL="1028700" indent="0">
              <a:buNone/>
              <a:defRPr sz="1000">
                <a:solidFill>
                  <a:schemeClr val="bg1"/>
                </a:solidFill>
                <a:latin typeface="+mj-lt"/>
              </a:defRPr>
            </a:lvl4pPr>
            <a:lvl5pPr marL="1371600" indent="0">
              <a:buNone/>
              <a:defRPr sz="1000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 noProof="0"/>
              <a:t>3.5</a:t>
            </a:r>
          </a:p>
        </p:txBody>
      </p:sp>
      <p:sp>
        <p:nvSpPr>
          <p:cNvPr id="347" name="Text Placeholder 25" hidden="1">
            <a:extLst>
              <a:ext uri="{FF2B5EF4-FFF2-40B4-BE49-F238E27FC236}">
                <a16:creationId xmlns:a16="http://schemas.microsoft.com/office/drawing/2014/main" id="{F1D2929D-A8D7-274A-A253-E4556D470E75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2094178" y="7905308"/>
            <a:ext cx="1065342" cy="229094"/>
          </a:xfrm>
        </p:spPr>
        <p:txBody>
          <a:bodyPr lIns="0" rIns="0" anchor="ctr">
            <a:noAutofit/>
          </a:bodyPr>
          <a:lstStyle>
            <a:lvl1pPr marL="0" indent="0" algn="ctr">
              <a:buNone/>
              <a:defRPr sz="1400" b="1">
                <a:solidFill>
                  <a:schemeClr val="bg1"/>
                </a:solidFill>
                <a:latin typeface="+mj-lt"/>
              </a:defRPr>
            </a:lvl1pPr>
            <a:lvl2pPr marL="342900" indent="0">
              <a:buNone/>
              <a:defRPr sz="1000">
                <a:solidFill>
                  <a:schemeClr val="bg1"/>
                </a:solidFill>
                <a:latin typeface="+mj-lt"/>
              </a:defRPr>
            </a:lvl2pPr>
            <a:lvl3pPr marL="685800" indent="0">
              <a:buNone/>
              <a:defRPr sz="1000">
                <a:solidFill>
                  <a:schemeClr val="bg1"/>
                </a:solidFill>
                <a:latin typeface="+mj-lt"/>
              </a:defRPr>
            </a:lvl3pPr>
            <a:lvl4pPr marL="1028700" indent="0">
              <a:buNone/>
              <a:defRPr sz="1000">
                <a:solidFill>
                  <a:schemeClr val="bg1"/>
                </a:solidFill>
                <a:latin typeface="+mj-lt"/>
              </a:defRPr>
            </a:lvl4pPr>
            <a:lvl5pPr marL="1371600" indent="0">
              <a:buNone/>
              <a:defRPr sz="1000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 noProof="0"/>
              <a:t>8</a:t>
            </a:r>
          </a:p>
        </p:txBody>
      </p:sp>
      <p:sp>
        <p:nvSpPr>
          <p:cNvPr id="348" name="Text Placeholder 25" hidden="1">
            <a:extLst>
              <a:ext uri="{FF2B5EF4-FFF2-40B4-BE49-F238E27FC236}">
                <a16:creationId xmlns:a16="http://schemas.microsoft.com/office/drawing/2014/main" id="{E4C42072-2D54-8942-9963-4138F93D9F7A}"/>
              </a:ext>
            </a:extLst>
          </p:cNvPr>
          <p:cNvSpPr>
            <a:spLocks noGrp="1"/>
          </p:cNvSpPr>
          <p:nvPr>
            <p:ph type="body" sz="quarter" idx="58" hasCustomPrompt="1"/>
          </p:nvPr>
        </p:nvSpPr>
        <p:spPr>
          <a:xfrm>
            <a:off x="2094543" y="7593880"/>
            <a:ext cx="1092002" cy="295809"/>
          </a:xfrm>
        </p:spPr>
        <p:txBody>
          <a:bodyPr lIns="0" rIns="0" anchor="ctr">
            <a:noAutofit/>
          </a:bodyPr>
          <a:lstStyle>
            <a:lvl1pPr marL="0" indent="0" algn="ctr">
              <a:buNone/>
              <a:defRPr sz="1000">
                <a:solidFill>
                  <a:schemeClr val="bg1"/>
                </a:solidFill>
                <a:latin typeface="+mn-lt"/>
              </a:defRPr>
            </a:lvl1pPr>
            <a:lvl2pPr marL="342900" indent="0">
              <a:buNone/>
              <a:defRPr sz="1000">
                <a:solidFill>
                  <a:schemeClr val="bg1"/>
                </a:solidFill>
                <a:latin typeface="+mj-lt"/>
              </a:defRPr>
            </a:lvl2pPr>
            <a:lvl3pPr marL="685800" indent="0">
              <a:buNone/>
              <a:defRPr sz="1000">
                <a:solidFill>
                  <a:schemeClr val="bg1"/>
                </a:solidFill>
                <a:latin typeface="+mj-lt"/>
              </a:defRPr>
            </a:lvl3pPr>
            <a:lvl4pPr marL="1028700" indent="0">
              <a:buNone/>
              <a:defRPr sz="1000">
                <a:solidFill>
                  <a:schemeClr val="bg1"/>
                </a:solidFill>
                <a:latin typeface="+mj-lt"/>
              </a:defRPr>
            </a:lvl4pPr>
            <a:lvl5pPr marL="1371600" indent="0">
              <a:buNone/>
              <a:defRPr sz="1000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 noProof="0"/>
              <a:t>YEARS OF EXPERIENCE</a:t>
            </a:r>
          </a:p>
        </p:txBody>
      </p:sp>
      <p:cxnSp>
        <p:nvCxnSpPr>
          <p:cNvPr id="355" name="Straight Connector 354" hidden="1">
            <a:extLst>
              <a:ext uri="{FF2B5EF4-FFF2-40B4-BE49-F238E27FC236}">
                <a16:creationId xmlns:a16="http://schemas.microsoft.com/office/drawing/2014/main" id="{DF98499B-F2A5-CA4E-943A-53F88D825970}"/>
              </a:ext>
            </a:extLst>
          </p:cNvPr>
          <p:cNvCxnSpPr>
            <a:cxnSpLocks/>
          </p:cNvCxnSpPr>
          <p:nvPr userDrawn="1"/>
        </p:nvCxnSpPr>
        <p:spPr>
          <a:xfrm>
            <a:off x="0" y="1121676"/>
            <a:ext cx="685800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Text Placeholder 60" hidden="1">
            <a:extLst>
              <a:ext uri="{FF2B5EF4-FFF2-40B4-BE49-F238E27FC236}">
                <a16:creationId xmlns:a16="http://schemas.microsoft.com/office/drawing/2014/main" id="{17521193-60AC-664A-A033-8AA4404C6AAF}"/>
              </a:ext>
            </a:extLst>
          </p:cNvPr>
          <p:cNvSpPr>
            <a:spLocks noGrp="1"/>
          </p:cNvSpPr>
          <p:nvPr>
            <p:ph type="body" sz="quarter" idx="59" hasCustomPrompt="1"/>
          </p:nvPr>
        </p:nvSpPr>
        <p:spPr>
          <a:xfrm>
            <a:off x="3464815" y="1146174"/>
            <a:ext cx="2662311" cy="300507"/>
          </a:xfrm>
        </p:spPr>
        <p:txBody>
          <a:bodyPr lIns="0" anchor="ctr">
            <a:noAutofit/>
          </a:bodyPr>
          <a:lstStyle>
            <a:lvl1pPr marL="0" indent="0">
              <a:buNone/>
              <a:defRPr sz="1200">
                <a:solidFill>
                  <a:schemeClr val="bg1"/>
                </a:solidFill>
              </a:defRPr>
            </a:lvl1pPr>
            <a:lvl2pPr marL="342900" indent="0">
              <a:buNone/>
              <a:defRPr sz="1200">
                <a:solidFill>
                  <a:schemeClr val="bg1"/>
                </a:solidFill>
              </a:defRPr>
            </a:lvl2pPr>
            <a:lvl3pPr marL="685800" indent="0">
              <a:buNone/>
              <a:defRPr sz="1200">
                <a:solidFill>
                  <a:schemeClr val="bg1"/>
                </a:solidFill>
              </a:defRPr>
            </a:lvl3pPr>
            <a:lvl4pPr marL="1028700" indent="0">
              <a:buNone/>
              <a:defRPr sz="1200">
                <a:solidFill>
                  <a:schemeClr val="bg1"/>
                </a:solidFill>
              </a:defRPr>
            </a:lvl4pPr>
            <a:lvl5pPr marL="1371600" indent="0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INTERNATIONAL EXPERIENCE</a:t>
            </a:r>
          </a:p>
        </p:txBody>
      </p:sp>
      <p:sp>
        <p:nvSpPr>
          <p:cNvPr id="359" name="Text Placeholder 60" hidden="1">
            <a:extLst>
              <a:ext uri="{FF2B5EF4-FFF2-40B4-BE49-F238E27FC236}">
                <a16:creationId xmlns:a16="http://schemas.microsoft.com/office/drawing/2014/main" id="{412CE960-3495-1F42-80A3-840D05EC91C6}"/>
              </a:ext>
            </a:extLst>
          </p:cNvPr>
          <p:cNvSpPr>
            <a:spLocks noGrp="1"/>
          </p:cNvSpPr>
          <p:nvPr>
            <p:ph type="body" sz="quarter" idx="60" hasCustomPrompt="1"/>
          </p:nvPr>
        </p:nvSpPr>
        <p:spPr>
          <a:xfrm>
            <a:off x="3464815" y="3622089"/>
            <a:ext cx="2662311" cy="300507"/>
          </a:xfrm>
        </p:spPr>
        <p:txBody>
          <a:bodyPr lIns="0" anchor="ctr">
            <a:noAutofit/>
          </a:bodyPr>
          <a:lstStyle>
            <a:lvl1pPr marL="0" indent="0">
              <a:buNone/>
              <a:defRPr sz="1200">
                <a:solidFill>
                  <a:schemeClr val="bg1"/>
                </a:solidFill>
              </a:defRPr>
            </a:lvl1pPr>
            <a:lvl2pPr marL="342900" indent="0">
              <a:buNone/>
              <a:defRPr sz="1200">
                <a:solidFill>
                  <a:schemeClr val="bg1"/>
                </a:solidFill>
              </a:defRPr>
            </a:lvl2pPr>
            <a:lvl3pPr marL="685800" indent="0">
              <a:buNone/>
              <a:defRPr sz="1200">
                <a:solidFill>
                  <a:schemeClr val="bg1"/>
                </a:solidFill>
              </a:defRPr>
            </a:lvl3pPr>
            <a:lvl4pPr marL="1028700" indent="0">
              <a:buNone/>
              <a:defRPr sz="1200">
                <a:solidFill>
                  <a:schemeClr val="bg1"/>
                </a:solidFill>
              </a:defRPr>
            </a:lvl4pPr>
            <a:lvl5pPr marL="1371600" indent="0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SKILLS</a:t>
            </a:r>
          </a:p>
        </p:txBody>
      </p:sp>
      <p:sp>
        <p:nvSpPr>
          <p:cNvPr id="360" name="Text Placeholder 60" hidden="1">
            <a:extLst>
              <a:ext uri="{FF2B5EF4-FFF2-40B4-BE49-F238E27FC236}">
                <a16:creationId xmlns:a16="http://schemas.microsoft.com/office/drawing/2014/main" id="{08F6B783-82B6-B242-AA40-D9F7AE3B8CEC}"/>
              </a:ext>
            </a:extLst>
          </p:cNvPr>
          <p:cNvSpPr>
            <a:spLocks noGrp="1"/>
          </p:cNvSpPr>
          <p:nvPr>
            <p:ph type="body" sz="quarter" idx="61" hasCustomPrompt="1"/>
          </p:nvPr>
        </p:nvSpPr>
        <p:spPr>
          <a:xfrm>
            <a:off x="3464815" y="5014791"/>
            <a:ext cx="2662311" cy="300507"/>
          </a:xfrm>
        </p:spPr>
        <p:txBody>
          <a:bodyPr lIns="0" anchor="ctr">
            <a:noAutofit/>
          </a:bodyPr>
          <a:lstStyle>
            <a:lvl1pPr marL="0" indent="0">
              <a:buNone/>
              <a:defRPr sz="1200">
                <a:solidFill>
                  <a:schemeClr val="bg1"/>
                </a:solidFill>
              </a:defRPr>
            </a:lvl1pPr>
            <a:lvl2pPr marL="342900" indent="0">
              <a:buNone/>
              <a:defRPr sz="1200">
                <a:solidFill>
                  <a:schemeClr val="bg1"/>
                </a:solidFill>
              </a:defRPr>
            </a:lvl2pPr>
            <a:lvl3pPr marL="685800" indent="0">
              <a:buNone/>
              <a:defRPr sz="1200">
                <a:solidFill>
                  <a:schemeClr val="bg1"/>
                </a:solidFill>
              </a:defRPr>
            </a:lvl3pPr>
            <a:lvl4pPr marL="1028700" indent="0">
              <a:buNone/>
              <a:defRPr sz="1200">
                <a:solidFill>
                  <a:schemeClr val="bg1"/>
                </a:solidFill>
              </a:defRPr>
            </a:lvl4pPr>
            <a:lvl5pPr marL="1371600" indent="0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LANGUAGES</a:t>
            </a:r>
          </a:p>
        </p:txBody>
      </p:sp>
    </p:spTree>
    <p:extLst>
      <p:ext uri="{BB962C8B-B14F-4D97-AF65-F5344CB8AC3E}">
        <p14:creationId xmlns:p14="http://schemas.microsoft.com/office/powerpoint/2010/main" val="207258023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880">
          <p15:clr>
            <a:srgbClr val="FBAE40"/>
          </p15:clr>
        </p15:guide>
        <p15:guide id="2" pos="216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486836"/>
            <a:ext cx="5915025" cy="176741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434167"/>
            <a:ext cx="5915025" cy="580178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8475136"/>
            <a:ext cx="154305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12E597E-2F4F-2747-A9DF-6BACAD15E325}" type="datetimeFigureOut">
              <a:rPr lang="en-US" smtClean="0"/>
              <a:t>10/29/2025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8475136"/>
            <a:ext cx="2314575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8475136"/>
            <a:ext cx="154305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6FD580D-DD1F-2749-85C8-F9883E4B5E5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69188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73" r:id="rId2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philtel.co.il/" TargetMode="External"/><Relationship Id="rId2" Type="http://schemas.openxmlformats.org/officeDocument/2006/relationships/hyperlink" Target="https://www.linkedin.com/in/InonBaasov" TargetMode="Externa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www.blau-ps.com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Text Placeholder 72">
            <a:extLst>
              <a:ext uri="{FF2B5EF4-FFF2-40B4-BE49-F238E27FC236}">
                <a16:creationId xmlns:a16="http://schemas.microsoft.com/office/drawing/2014/main" id="{2FD50699-45B5-88EC-1B42-E5597AB067CD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1036321" y="772907"/>
            <a:ext cx="1379219" cy="227110"/>
          </a:xfrm>
        </p:spPr>
        <p:txBody>
          <a:bodyPr/>
          <a:lstStyle/>
          <a:p>
            <a:r>
              <a:rPr lang="en-US" dirty="0">
                <a:latin typeface="Overpass" pitchFamily="2" charset="0"/>
                <a:ea typeface="Tahoma" panose="020B0604030504040204" pitchFamily="34" charset="0"/>
                <a:cs typeface="Tahoma" panose="020B0604030504040204" pitchFamily="34" charset="0"/>
              </a:rPr>
              <a:t>+972-54-444-5856</a:t>
            </a:r>
          </a:p>
        </p:txBody>
      </p:sp>
      <p:sp>
        <p:nvSpPr>
          <p:cNvPr id="74" name="Text Placeholder 73">
            <a:extLst>
              <a:ext uri="{FF2B5EF4-FFF2-40B4-BE49-F238E27FC236}">
                <a16:creationId xmlns:a16="http://schemas.microsoft.com/office/drawing/2014/main" id="{132E1DF2-8DF7-6940-4374-52DB65EC3761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2680265" y="773852"/>
            <a:ext cx="1545026" cy="207705"/>
          </a:xfrm>
        </p:spPr>
        <p:txBody>
          <a:bodyPr/>
          <a:lstStyle/>
          <a:p>
            <a:r>
              <a:rPr lang="en-US" dirty="0">
                <a:latin typeface="Overpass" pitchFamily="2" charset="0"/>
                <a:ea typeface="Tahoma" panose="020B0604030504040204" pitchFamily="34" charset="0"/>
                <a:cs typeface="Tahoma" panose="020B0604030504040204" pitchFamily="34" charset="0"/>
              </a:rPr>
              <a:t>Inonbaasov@gmail.com</a:t>
            </a:r>
          </a:p>
          <a:p>
            <a:r>
              <a:rPr lang="en-US" dirty="0">
                <a:latin typeface="Overpass" pitchFamily="2" charset="0"/>
                <a:ea typeface="Tahoma" panose="020B0604030504040204" pitchFamily="34" charset="0"/>
                <a:cs typeface="Tahoma" panose="020B0604030504040204" pitchFamily="34" charset="0"/>
              </a:rPr>
              <a:t>	</a:t>
            </a:r>
          </a:p>
        </p:txBody>
      </p:sp>
      <p:sp>
        <p:nvSpPr>
          <p:cNvPr id="75" name="Text Placeholder 74">
            <a:extLst>
              <a:ext uri="{FF2B5EF4-FFF2-40B4-BE49-F238E27FC236}">
                <a16:creationId xmlns:a16="http://schemas.microsoft.com/office/drawing/2014/main" id="{23DA089B-1D05-556D-253C-262F0FA50B68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4370366" y="774300"/>
            <a:ext cx="1451313" cy="207705"/>
          </a:xfrm>
        </p:spPr>
        <p:txBody>
          <a:bodyPr/>
          <a:lstStyle/>
          <a:p>
            <a:r>
              <a:rPr lang="en-US" dirty="0">
                <a:latin typeface="Overpass" pitchFamily="2" charset="0"/>
                <a:ea typeface="Tahoma" panose="020B0604030504040204" pitchFamily="34" charset="0"/>
                <a:cs typeface="Tahoma" panose="020B0604030504040204" pitchFamily="34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LinkedIn </a:t>
            </a:r>
            <a:r>
              <a:rPr lang="en-US" dirty="0" err="1">
                <a:latin typeface="Overpass" pitchFamily="2" charset="0"/>
                <a:ea typeface="Tahoma" panose="020B0604030504040204" pitchFamily="34" charset="0"/>
                <a:cs typeface="Tahoma" panose="020B0604030504040204" pitchFamily="34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inonbaasov</a:t>
            </a:r>
            <a:endParaRPr lang="en-US" dirty="0">
              <a:latin typeface="Overpass" pitchFamily="2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endParaRPr lang="en-US" dirty="0">
              <a:latin typeface="Overpass" pitchFamily="2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550F18B5-1245-2B4C-AA47-F39938FA61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972" y="307793"/>
            <a:ext cx="6858000" cy="502338"/>
          </a:xfrm>
        </p:spPr>
        <p:txBody>
          <a:bodyPr>
            <a:normAutofit/>
          </a:bodyPr>
          <a:lstStyle/>
          <a:p>
            <a:pPr algn="ctr"/>
            <a:r>
              <a:rPr lang="en-US" sz="2400" dirty="0">
                <a:solidFill>
                  <a:schemeClr val="tx1"/>
                </a:solidFill>
                <a:latin typeface="Overpass" pitchFamily="2" charset="0"/>
                <a:ea typeface="Tahoma" panose="020B0604030504040204" pitchFamily="34" charset="0"/>
                <a:cs typeface="Tahoma" panose="020B0604030504040204" pitchFamily="34" charset="0"/>
              </a:rPr>
              <a:t>INON BAASOV</a:t>
            </a:r>
            <a:endParaRPr lang="en-IL" sz="2400" dirty="0">
              <a:solidFill>
                <a:schemeClr val="tx1"/>
              </a:solidFill>
              <a:latin typeface="Overpass" pitchFamily="2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grpSp>
        <p:nvGrpSpPr>
          <p:cNvPr id="236" name="Group 235">
            <a:extLst>
              <a:ext uri="{FF2B5EF4-FFF2-40B4-BE49-F238E27FC236}">
                <a16:creationId xmlns:a16="http://schemas.microsoft.com/office/drawing/2014/main" id="{BA846034-E5B0-1F9D-ABEB-DA7831B54ABD}"/>
              </a:ext>
            </a:extLst>
          </p:cNvPr>
          <p:cNvGrpSpPr/>
          <p:nvPr/>
        </p:nvGrpSpPr>
        <p:grpSpPr>
          <a:xfrm>
            <a:off x="191883" y="2063300"/>
            <a:ext cx="6436368" cy="936311"/>
            <a:chOff x="93673" y="1854031"/>
            <a:chExt cx="2936874" cy="349897"/>
          </a:xfrm>
        </p:grpSpPr>
        <p:sp>
          <p:nvSpPr>
            <p:cNvPr id="174" name="Text Placeholder 71">
              <a:extLst>
                <a:ext uri="{FF2B5EF4-FFF2-40B4-BE49-F238E27FC236}">
                  <a16:creationId xmlns:a16="http://schemas.microsoft.com/office/drawing/2014/main" id="{67D1E309-1ED9-E676-89A4-61C198105A97}"/>
                </a:ext>
              </a:extLst>
            </p:cNvPr>
            <p:cNvSpPr txBox="1">
              <a:spLocks/>
            </p:cNvSpPr>
            <p:nvPr/>
          </p:nvSpPr>
          <p:spPr>
            <a:xfrm>
              <a:off x="93673" y="1924991"/>
              <a:ext cx="2936874" cy="278937"/>
            </a:xfrm>
            <a:prstGeom prst="rect">
              <a:avLst/>
            </a:prstGeom>
          </p:spPr>
          <p:txBody>
            <a:bodyPr vert="horz" lIns="91440" tIns="45720" rIns="91440" bIns="45720" rtlCol="0">
              <a:noAutofit/>
            </a:bodyPr>
            <a:lstStyle>
              <a:lvl1pPr marL="0" indent="0" algn="l" defTabSz="685800" rtl="0" eaLnBrk="1" latinLnBrk="0" hangingPunct="1">
                <a:lnSpc>
                  <a:spcPts val="1500"/>
                </a:lnSpc>
                <a:spcBef>
                  <a:spcPts val="750"/>
                </a:spcBef>
                <a:buFont typeface="Arial" panose="020B0604020202020204" pitchFamily="34" charset="0"/>
                <a:buNone/>
                <a:defRPr sz="10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42900" indent="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None/>
                <a:defRPr sz="10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800" indent="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None/>
                <a:defRPr sz="10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28700" indent="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None/>
                <a:defRPr sz="10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1600" indent="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None/>
                <a:defRPr sz="10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8859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2288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5717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9146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87313" indent="-87313">
                <a:lnSpc>
                  <a:spcPts val="1300"/>
                </a:lnSpc>
                <a:spcBef>
                  <a:spcPts val="200"/>
                </a:spcBef>
                <a:buFont typeface="Arial" panose="020B0604020202020204" pitchFamily="34" charset="0"/>
                <a:buChar char="•"/>
              </a:pPr>
              <a:r>
                <a:rPr lang="en-US" sz="1100" b="1" dirty="0">
                  <a:latin typeface="Overpass" pitchFamily="2" charset="0"/>
                  <a:ea typeface="Tahoma" panose="020B0604030504040204" pitchFamily="34" charset="0"/>
                  <a:cs typeface="Tahoma" panose="020B0604030504040204" pitchFamily="34" charset="0"/>
                </a:rPr>
                <a:t>Executive MBA </a:t>
              </a:r>
              <a:r>
                <a:rPr lang="en-US" sz="1100" dirty="0">
                  <a:latin typeface="Overpass" pitchFamily="2" charset="0"/>
                  <a:ea typeface="Tahoma" panose="020B0604030504040204" pitchFamily="34" charset="0"/>
                  <a:cs typeface="Tahoma" panose="020B0604030504040204" pitchFamily="34" charset="0"/>
                </a:rPr>
                <a:t>(Entrepreneurship &amp; High-Tech Management), </a:t>
              </a:r>
              <a:r>
                <a:rPr lang="en-US" sz="1100" b="1" dirty="0">
                  <a:latin typeface="Overpass" pitchFamily="2" charset="0"/>
                  <a:ea typeface="Tahoma" panose="020B0604030504040204" pitchFamily="34" charset="0"/>
                  <a:cs typeface="Tahoma" panose="020B0604030504040204" pitchFamily="34" charset="0"/>
                </a:rPr>
                <a:t>Technion </a:t>
              </a:r>
              <a:r>
                <a:rPr lang="en-US" sz="1100" dirty="0">
                  <a:latin typeface="Overpass" pitchFamily="2" charset="0"/>
                  <a:ea typeface="Tahoma" panose="020B0604030504040204" pitchFamily="34" charset="0"/>
                  <a:cs typeface="Tahoma" panose="020B0604030504040204" pitchFamily="34" charset="0"/>
                </a:rPr>
                <a:t>– Israel Institute of Technology,</a:t>
              </a:r>
              <a:r>
                <a:rPr lang="en-US" sz="1100" b="1" dirty="0">
                  <a:latin typeface="Overpass" pitchFamily="2" charset="0"/>
                  <a:ea typeface="Tahoma" panose="020B0604030504040204" pitchFamily="34" charset="0"/>
                  <a:cs typeface="Tahoma" panose="020B0604030504040204" pitchFamily="34" charset="0"/>
                </a:rPr>
                <a:t> 2016–2018</a:t>
              </a:r>
            </a:p>
            <a:p>
              <a:pPr marL="87313" indent="-87313">
                <a:lnSpc>
                  <a:spcPts val="1300"/>
                </a:lnSpc>
                <a:spcBef>
                  <a:spcPts val="200"/>
                </a:spcBef>
                <a:buFont typeface="Arial" panose="020B0604020202020204" pitchFamily="34" charset="0"/>
                <a:buChar char="•"/>
              </a:pPr>
              <a:r>
                <a:rPr lang="en-US" sz="1100" b="1" dirty="0">
                  <a:latin typeface="Overpass" pitchFamily="2" charset="0"/>
                  <a:ea typeface="Tahoma" panose="020B0604030504040204" pitchFamily="34" charset="0"/>
                  <a:cs typeface="Tahoma" panose="020B0604030504040204" pitchFamily="34" charset="0"/>
                </a:rPr>
                <a:t>B.Sc., Biotechnology &amp; Food Engineering, Technion </a:t>
              </a:r>
              <a:r>
                <a:rPr lang="en-US" sz="1100" dirty="0">
                  <a:latin typeface="Overpass" pitchFamily="2" charset="0"/>
                  <a:ea typeface="Tahoma" panose="020B0604030504040204" pitchFamily="34" charset="0"/>
                  <a:cs typeface="Tahoma" panose="020B0604030504040204" pitchFamily="34" charset="0"/>
                </a:rPr>
                <a:t>– Israel Institute of Technology, </a:t>
              </a:r>
              <a:r>
                <a:rPr lang="en-US" sz="1100" b="1" dirty="0">
                  <a:latin typeface="Overpass" pitchFamily="2" charset="0"/>
                  <a:ea typeface="Tahoma" panose="020B0604030504040204" pitchFamily="34" charset="0"/>
                  <a:cs typeface="Tahoma" panose="020B0604030504040204" pitchFamily="34" charset="0"/>
                </a:rPr>
                <a:t>2005–2008</a:t>
              </a:r>
            </a:p>
            <a:p>
              <a:pPr marL="87313" indent="-87313">
                <a:lnSpc>
                  <a:spcPts val="1300"/>
                </a:lnSpc>
                <a:spcBef>
                  <a:spcPts val="200"/>
                </a:spcBef>
                <a:buFont typeface="Arial" panose="020B0604020202020204" pitchFamily="34" charset="0"/>
                <a:buChar char="•"/>
              </a:pPr>
              <a:r>
                <a:rPr lang="en-US" sz="1100" b="1" dirty="0">
                  <a:latin typeface="Overpass" pitchFamily="2" charset="0"/>
                  <a:ea typeface="Tahoma" panose="020B0604030504040204" pitchFamily="34" charset="0"/>
                  <a:cs typeface="Tahoma" panose="020B0604030504040204" pitchFamily="34" charset="0"/>
                </a:rPr>
                <a:t>Chemical Engineering</a:t>
              </a:r>
              <a:r>
                <a:rPr lang="en-US" sz="1100" dirty="0">
                  <a:latin typeface="Overpass" pitchFamily="2" charset="0"/>
                  <a:ea typeface="Tahoma" panose="020B0604030504040204" pitchFamily="34" charset="0"/>
                  <a:cs typeface="Tahoma" panose="020B0604030504040204" pitchFamily="34" charset="0"/>
                </a:rPr>
                <a:t> – McGill University, Montreal, Canada, </a:t>
              </a:r>
              <a:r>
                <a:rPr lang="en-US" sz="1100" b="1" dirty="0">
                  <a:latin typeface="Overpass" pitchFamily="2" charset="0"/>
                  <a:ea typeface="Tahoma" panose="020B0604030504040204" pitchFamily="34" charset="0"/>
                  <a:cs typeface="Tahoma" panose="020B0604030504040204" pitchFamily="34" charset="0"/>
                </a:rPr>
                <a:t>2004–2005</a:t>
              </a:r>
              <a:endParaRPr lang="en-US" sz="1050" b="1" dirty="0">
                <a:latin typeface="Overpass" pitchFamily="2" charset="0"/>
                <a:ea typeface="Tahoma" panose="020B0604030504040204" pitchFamily="34" charset="0"/>
                <a:cs typeface="Tahoma" panose="020B0604030504040204" pitchFamily="34" charset="0"/>
              </a:endParaRPr>
            </a:p>
          </p:txBody>
        </p:sp>
        <p:sp>
          <p:nvSpPr>
            <p:cNvPr id="231" name="Text Placeholder 46">
              <a:extLst>
                <a:ext uri="{FF2B5EF4-FFF2-40B4-BE49-F238E27FC236}">
                  <a16:creationId xmlns:a16="http://schemas.microsoft.com/office/drawing/2014/main" id="{341669B1-8344-D7A4-D12E-8D04FAB5F455}"/>
                </a:ext>
              </a:extLst>
            </p:cNvPr>
            <p:cNvSpPr txBox="1">
              <a:spLocks/>
            </p:cNvSpPr>
            <p:nvPr/>
          </p:nvSpPr>
          <p:spPr>
            <a:xfrm>
              <a:off x="93673" y="1854031"/>
              <a:ext cx="629175" cy="127022"/>
            </a:xfrm>
            <a:prstGeom prst="rect">
              <a:avLst/>
            </a:prstGeom>
          </p:spPr>
          <p:txBody>
            <a:bodyPr vert="horz" lIns="91440" tIns="45720" rIns="91440" bIns="45720" rtlCol="0">
              <a:noAutofit/>
            </a:bodyPr>
            <a:lstStyle>
              <a:lvl1pPr marL="0" indent="0" algn="l" defTabSz="685800" rtl="0" eaLnBrk="1" latinLnBrk="0" hangingPunct="1">
                <a:lnSpc>
                  <a:spcPct val="90000"/>
                </a:lnSpc>
                <a:spcBef>
                  <a:spcPts val="750"/>
                </a:spcBef>
                <a:buFont typeface="Arial" panose="020B0604020202020204" pitchFamily="34" charset="0"/>
                <a:buNone/>
                <a:defRPr sz="1600" b="1" kern="1200">
                  <a:solidFill>
                    <a:schemeClr val="accent5"/>
                  </a:solidFill>
                  <a:latin typeface="+mj-lt"/>
                  <a:ea typeface="+mn-ea"/>
                  <a:cs typeface="+mn-cs"/>
                </a:defRPr>
              </a:lvl1pPr>
              <a:lvl2pPr marL="342900" indent="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None/>
                <a:defRPr sz="10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800" indent="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None/>
                <a:defRPr sz="10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28700" indent="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None/>
                <a:defRPr sz="10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1600" indent="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None/>
                <a:defRPr sz="10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8859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2288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5717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9146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spcBef>
                  <a:spcPts val="0"/>
                </a:spcBef>
              </a:pPr>
              <a:r>
                <a:rPr lang="en-US" sz="1500" u="sng" dirty="0">
                  <a:solidFill>
                    <a:srgbClr val="10ABE2"/>
                  </a:solidFill>
                  <a:latin typeface="Overpass" pitchFamily="2" charset="0"/>
                  <a:ea typeface="Tahoma" panose="020B0604030504040204" pitchFamily="34" charset="0"/>
                  <a:cs typeface="Tahoma" panose="020B0604030504040204" pitchFamily="34" charset="0"/>
                </a:rPr>
                <a:t>Education</a:t>
              </a:r>
            </a:p>
          </p:txBody>
        </p:sp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E8F3DD04-3596-890A-0289-4F6EC51FBB48}"/>
              </a:ext>
            </a:extLst>
          </p:cNvPr>
          <p:cNvGrpSpPr/>
          <p:nvPr/>
        </p:nvGrpSpPr>
        <p:grpSpPr>
          <a:xfrm>
            <a:off x="227685" y="955426"/>
            <a:ext cx="6521090" cy="1179573"/>
            <a:chOff x="2730795" y="1315393"/>
            <a:chExt cx="4090720" cy="1641149"/>
          </a:xfrm>
        </p:grpSpPr>
        <p:sp>
          <p:nvSpPr>
            <p:cNvPr id="4" name="Text Placeholder 45">
              <a:extLst>
                <a:ext uri="{FF2B5EF4-FFF2-40B4-BE49-F238E27FC236}">
                  <a16:creationId xmlns:a16="http://schemas.microsoft.com/office/drawing/2014/main" id="{A14E25B9-74B7-1D86-F100-61C9666B8B8B}"/>
                </a:ext>
              </a:extLst>
            </p:cNvPr>
            <p:cNvSpPr txBox="1">
              <a:spLocks/>
            </p:cNvSpPr>
            <p:nvPr/>
          </p:nvSpPr>
          <p:spPr>
            <a:xfrm>
              <a:off x="2733799" y="1315393"/>
              <a:ext cx="1514170" cy="409575"/>
            </a:xfrm>
            <a:prstGeom prst="rect">
              <a:avLst/>
            </a:prstGeom>
          </p:spPr>
          <p:txBody>
            <a:bodyPr vert="horz" lIns="91440" tIns="45720" rIns="91440" bIns="45720" rtlCol="0">
              <a:noAutofit/>
            </a:bodyPr>
            <a:lstStyle>
              <a:lvl1pPr marL="0" indent="0" algn="l" defTabSz="685800" rtl="0" eaLnBrk="1" latinLnBrk="0" hangingPunct="1">
                <a:lnSpc>
                  <a:spcPct val="90000"/>
                </a:lnSpc>
                <a:spcBef>
                  <a:spcPts val="750"/>
                </a:spcBef>
                <a:buFont typeface="Arial" panose="020B0604020202020204" pitchFamily="34" charset="0"/>
                <a:buNone/>
                <a:defRPr sz="1600" b="1" kern="1200">
                  <a:solidFill>
                    <a:schemeClr val="accent5"/>
                  </a:solidFill>
                  <a:latin typeface="+mj-lt"/>
                  <a:ea typeface="+mn-ea"/>
                  <a:cs typeface="+mn-cs"/>
                </a:defRPr>
              </a:lvl1pPr>
              <a:lvl2pPr marL="342900" indent="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None/>
                <a:defRPr sz="10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800" indent="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None/>
                <a:defRPr sz="10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28700" indent="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None/>
                <a:defRPr sz="10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1600" indent="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None/>
                <a:defRPr sz="10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8859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2288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5717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9146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1500" u="sng" dirty="0">
                  <a:solidFill>
                    <a:srgbClr val="10ABE2"/>
                  </a:solidFill>
                  <a:latin typeface="Overpass" pitchFamily="2" charset="0"/>
                  <a:ea typeface="Tahoma" panose="020B0604030504040204" pitchFamily="34" charset="0"/>
                  <a:cs typeface="Tahoma" panose="020B0604030504040204" pitchFamily="34" charset="0"/>
                </a:rPr>
                <a:t>Professional summary</a:t>
              </a:r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CD85A639-1B8A-878B-04BB-3EE82339007A}"/>
                </a:ext>
              </a:extLst>
            </p:cNvPr>
            <p:cNvSpPr txBox="1"/>
            <p:nvPr/>
          </p:nvSpPr>
          <p:spPr>
            <a:xfrm>
              <a:off x="2730795" y="1650496"/>
              <a:ext cx="4090720" cy="130604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>
                  <a:latin typeface="Overpass" pitchFamily="2" charset="0"/>
                </a:rPr>
                <a:t>Principal Product Owner with 10+ years leading cross-functional teams to deliver SaaS and cloud-based digital solutions. Proven record in defining product vision, backlog prioritization, and Agile delivery for large-scale AI and interactive platforms. Experienced in bridging business, engineering, and algorithm teams to develop data-driven, high-availability products. Passionate about regulated, high-impact domains such as digital health and MedTech</a:t>
              </a:r>
              <a:r>
                <a:rPr lang="en-US" sz="1100">
                  <a:latin typeface="Overpass" pitchFamily="2" charset="0"/>
                </a:rPr>
                <a:t>. </a:t>
              </a:r>
              <a:endParaRPr lang="en-US" sz="1100" dirty="0">
                <a:latin typeface="Overpass" pitchFamily="2" charset="0"/>
              </a:endParaRPr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0706554B-DAEA-F04A-7818-F1555F0613DF}"/>
              </a:ext>
            </a:extLst>
          </p:cNvPr>
          <p:cNvGrpSpPr/>
          <p:nvPr/>
        </p:nvGrpSpPr>
        <p:grpSpPr>
          <a:xfrm>
            <a:off x="174171" y="2999610"/>
            <a:ext cx="6580415" cy="5941084"/>
            <a:chOff x="161926" y="3425452"/>
            <a:chExt cx="6590843" cy="4355891"/>
          </a:xfrm>
        </p:grpSpPr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CA96F9C5-B4EE-2CE6-5E39-6D2B06DDBAA4}"/>
                </a:ext>
              </a:extLst>
            </p:cNvPr>
            <p:cNvGrpSpPr/>
            <p:nvPr/>
          </p:nvGrpSpPr>
          <p:grpSpPr>
            <a:xfrm>
              <a:off x="161926" y="3425452"/>
              <a:ext cx="6590843" cy="4355891"/>
              <a:chOff x="78398" y="3403413"/>
              <a:chExt cx="6718755" cy="3270820"/>
            </a:xfrm>
          </p:grpSpPr>
          <p:grpSp>
            <p:nvGrpSpPr>
              <p:cNvPr id="6" name="Group 5">
                <a:extLst>
                  <a:ext uri="{FF2B5EF4-FFF2-40B4-BE49-F238E27FC236}">
                    <a16:creationId xmlns:a16="http://schemas.microsoft.com/office/drawing/2014/main" id="{D943FD8F-B645-F5DD-0443-9670451D8FB5}"/>
                  </a:ext>
                </a:extLst>
              </p:cNvPr>
              <p:cNvGrpSpPr/>
              <p:nvPr/>
            </p:nvGrpSpPr>
            <p:grpSpPr>
              <a:xfrm>
                <a:off x="78398" y="3403413"/>
                <a:ext cx="6718755" cy="3270820"/>
                <a:chOff x="-24741" y="2575123"/>
                <a:chExt cx="6949855" cy="2536722"/>
              </a:xfrm>
            </p:grpSpPr>
            <p:sp>
              <p:nvSpPr>
                <p:cNvPr id="154" name="Text Placeholder 52">
                  <a:extLst>
                    <a:ext uri="{FF2B5EF4-FFF2-40B4-BE49-F238E27FC236}">
                      <a16:creationId xmlns:a16="http://schemas.microsoft.com/office/drawing/2014/main" id="{7B120799-BCC3-8E46-2EA5-CFAE368C1FC7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-24741" y="4005857"/>
                  <a:ext cx="6943718" cy="665486"/>
                </a:xfrm>
                <a:prstGeom prst="rect">
                  <a:avLst/>
                </a:prstGeom>
              </p:spPr>
              <p:txBody>
                <a:bodyPr vert="horz" lIns="91440" tIns="45720" rIns="91440" bIns="45720" rtlCol="0">
                  <a:noAutofit/>
                </a:bodyPr>
                <a:lstStyle>
                  <a:lvl1pPr marL="0" indent="0" algn="l" defTabSz="685800" rtl="0" eaLnBrk="1" latinLnBrk="0" hangingPunct="1">
                    <a:lnSpc>
                      <a:spcPts val="1500"/>
                    </a:lnSpc>
                    <a:spcBef>
                      <a:spcPts val="750"/>
                    </a:spcBef>
                    <a:buFont typeface="Arial" panose="020B0604020202020204" pitchFamily="34" charset="0"/>
                    <a:buNone/>
                    <a:defRPr sz="1000" b="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42900" indent="0" algn="l" defTabSz="685800" rtl="0" eaLnBrk="1" latinLnBrk="0" hangingPunct="1">
                    <a:lnSpc>
                      <a:spcPct val="90000"/>
                    </a:lnSpc>
                    <a:spcBef>
                      <a:spcPts val="375"/>
                    </a:spcBef>
                    <a:buFont typeface="Arial" panose="020B0604020202020204" pitchFamily="34" charset="0"/>
                    <a:buNone/>
                    <a:defRPr sz="1000" b="1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685800" indent="0" algn="l" defTabSz="685800" rtl="0" eaLnBrk="1" latinLnBrk="0" hangingPunct="1">
                    <a:lnSpc>
                      <a:spcPct val="90000"/>
                    </a:lnSpc>
                    <a:spcBef>
                      <a:spcPts val="375"/>
                    </a:spcBef>
                    <a:buFont typeface="Arial" panose="020B0604020202020204" pitchFamily="34" charset="0"/>
                    <a:buNone/>
                    <a:defRPr sz="1000" b="1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028700" indent="0" algn="l" defTabSz="685800" rtl="0" eaLnBrk="1" latinLnBrk="0" hangingPunct="1">
                    <a:lnSpc>
                      <a:spcPct val="90000"/>
                    </a:lnSpc>
                    <a:spcBef>
                      <a:spcPts val="375"/>
                    </a:spcBef>
                    <a:buFont typeface="Arial" panose="020B0604020202020204" pitchFamily="34" charset="0"/>
                    <a:buNone/>
                    <a:defRPr sz="1000" b="1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371600" indent="0" algn="l" defTabSz="685800" rtl="0" eaLnBrk="1" latinLnBrk="0" hangingPunct="1">
                    <a:lnSpc>
                      <a:spcPct val="90000"/>
                    </a:lnSpc>
                    <a:spcBef>
                      <a:spcPts val="375"/>
                    </a:spcBef>
                    <a:buFont typeface="Arial" panose="020B0604020202020204" pitchFamily="34" charset="0"/>
                    <a:buNone/>
                    <a:defRPr sz="1000" b="1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885950" indent="-171450" algn="l" defTabSz="685800" rtl="0" eaLnBrk="1" latinLnBrk="0" hangingPunct="1">
                    <a:lnSpc>
                      <a:spcPct val="90000"/>
                    </a:lnSpc>
                    <a:spcBef>
                      <a:spcPts val="375"/>
                    </a:spcBef>
                    <a:buFont typeface="Arial" panose="020B0604020202020204" pitchFamily="34" charset="0"/>
                    <a:buChar char="•"/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28850" indent="-171450" algn="l" defTabSz="685800" rtl="0" eaLnBrk="1" latinLnBrk="0" hangingPunct="1">
                    <a:lnSpc>
                      <a:spcPct val="90000"/>
                    </a:lnSpc>
                    <a:spcBef>
                      <a:spcPts val="375"/>
                    </a:spcBef>
                    <a:buFont typeface="Arial" panose="020B0604020202020204" pitchFamily="34" charset="0"/>
                    <a:buChar char="•"/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571750" indent="-171450" algn="l" defTabSz="685800" rtl="0" eaLnBrk="1" latinLnBrk="0" hangingPunct="1">
                    <a:lnSpc>
                      <a:spcPct val="90000"/>
                    </a:lnSpc>
                    <a:spcBef>
                      <a:spcPts val="375"/>
                    </a:spcBef>
                    <a:buFont typeface="Arial" panose="020B0604020202020204" pitchFamily="34" charset="0"/>
                    <a:buChar char="•"/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2914650" indent="-171450" algn="l" defTabSz="685800" rtl="0" eaLnBrk="1" latinLnBrk="0" hangingPunct="1">
                    <a:lnSpc>
                      <a:spcPct val="90000"/>
                    </a:lnSpc>
                    <a:spcBef>
                      <a:spcPts val="375"/>
                    </a:spcBef>
                    <a:buFont typeface="Arial" panose="020B0604020202020204" pitchFamily="34" charset="0"/>
                    <a:buChar char="•"/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>
                    <a:lnSpc>
                      <a:spcPct val="100000"/>
                    </a:lnSpc>
                    <a:spcBef>
                      <a:spcPts val="0"/>
                    </a:spcBef>
                  </a:pPr>
                  <a:r>
                    <a:rPr lang="en-IL" sz="1200" b="1" u="sng" dirty="0">
                      <a:latin typeface="Overpass" pitchFamily="2" charset="0"/>
                      <a:ea typeface="Tahoma" panose="020B0604030504040204" pitchFamily="34" charset="0"/>
                      <a:cs typeface="Tahoma" panose="020B0604030504040204" pitchFamily="34" charset="0"/>
                    </a:rPr>
                    <a:t>Arena Plus</a:t>
                  </a:r>
                  <a:r>
                    <a:rPr lang="en-IL" sz="1200" b="1" dirty="0">
                      <a:latin typeface="Overpass" pitchFamily="2" charset="0"/>
                      <a:ea typeface="Tahoma" panose="020B0604030504040204" pitchFamily="34" charset="0"/>
                      <a:cs typeface="Tahoma" panose="020B0604030504040204" pitchFamily="34" charset="0"/>
                    </a:rPr>
                    <a:t> </a:t>
                  </a:r>
                  <a:r>
                    <a:rPr lang="en-IL" sz="1050" i="1" dirty="0">
                      <a:latin typeface="Overpass" pitchFamily="2" charset="0"/>
                      <a:ea typeface="Tahoma" panose="020B0604030504040204" pitchFamily="34" charset="0"/>
                      <a:cs typeface="Tahoma" panose="020B0604030504040204" pitchFamily="34" charset="0"/>
                    </a:rPr>
                    <a:t>Financial Services</a:t>
                  </a:r>
                  <a:r>
                    <a:rPr lang="en-US" sz="1050" i="1" dirty="0">
                      <a:latin typeface="Overpass" pitchFamily="2" charset="0"/>
                      <a:ea typeface="Tahoma" panose="020B0604030504040204" pitchFamily="34" charset="0"/>
                      <a:cs typeface="Tahoma" panose="020B0604030504040204" pitchFamily="34" charset="0"/>
                    </a:rPr>
                    <a:t> </a:t>
                  </a:r>
                  <a:r>
                    <a:rPr lang="en-US" sz="1050" b="1" i="1" dirty="0">
                      <a:effectLst/>
                      <a:latin typeface="Overpass" pitchFamily="2" charset="0"/>
                      <a:ea typeface="Tahoma" panose="020B0604030504040204" pitchFamily="34" charset="0"/>
                      <a:cs typeface="Tahoma" panose="020B0604030504040204" pitchFamily="34" charset="0"/>
                    </a:rPr>
                    <a:t>| </a:t>
                  </a:r>
                  <a:r>
                    <a:rPr lang="en-US" sz="1050" b="1" i="1" dirty="0">
                      <a:latin typeface="Overpass" pitchFamily="2" charset="0"/>
                    </a:rPr>
                    <a:t>Senior Product/Project Manager |</a:t>
                  </a:r>
                  <a:r>
                    <a:rPr lang="en-US" sz="1200" b="1" dirty="0">
                      <a:effectLst/>
                      <a:latin typeface="Overpass" pitchFamily="2" charset="0"/>
                      <a:ea typeface="Tahoma" panose="020B0604030504040204" pitchFamily="34" charset="0"/>
                      <a:cs typeface="Tahoma" panose="020B0604030504040204" pitchFamily="34" charset="0"/>
                    </a:rPr>
                    <a:t>    </a:t>
                  </a:r>
                  <a:r>
                    <a:rPr lang="en-US" sz="1200" b="1" dirty="0">
                      <a:latin typeface="Overpass" pitchFamily="2" charset="0"/>
                      <a:ea typeface="Tahoma" panose="020B0604030504040204" pitchFamily="34" charset="0"/>
                      <a:cs typeface="Tahoma" panose="020B0604030504040204" pitchFamily="34" charset="0"/>
                    </a:rPr>
                    <a:t> 	          </a:t>
                  </a:r>
                  <a:r>
                    <a:rPr lang="en-US" sz="1200" b="1" dirty="0">
                      <a:latin typeface="Overpass" pitchFamily="2" charset="0"/>
                    </a:rPr>
                    <a:t> 2015 - 2018 </a:t>
                  </a:r>
                  <a:r>
                    <a:rPr lang="en-US" sz="1100" b="1" dirty="0">
                      <a:latin typeface="Overpass" pitchFamily="2" charset="0"/>
                    </a:rPr>
                    <a:t>	</a:t>
                  </a:r>
                </a:p>
                <a:p>
                  <a:pPr marL="85725" indent="-85725">
                    <a:lnSpc>
                      <a:spcPct val="100000"/>
                    </a:lnSpc>
                    <a:spcBef>
                      <a:spcPts val="200"/>
                    </a:spcBef>
                    <a:buFont typeface="Arial" panose="020B0604020202020204" pitchFamily="34" charset="0"/>
                    <a:buChar char="•"/>
                  </a:pPr>
                  <a:r>
                    <a:rPr lang="en-US" sz="1100" dirty="0">
                      <a:latin typeface="Overpass" pitchFamily="2" charset="0"/>
                    </a:rPr>
                    <a:t>Managed delivery of multiple financial service platform projects, introducing Agile frameworks that cut time-to-market by 20%.</a:t>
                  </a:r>
                </a:p>
                <a:p>
                  <a:pPr marL="85725" indent="-85725">
                    <a:lnSpc>
                      <a:spcPct val="100000"/>
                    </a:lnSpc>
                    <a:spcBef>
                      <a:spcPts val="200"/>
                    </a:spcBef>
                    <a:buFont typeface="Arial" panose="020B0604020202020204" pitchFamily="34" charset="0"/>
                    <a:buChar char="•"/>
                  </a:pPr>
                  <a:r>
                    <a:rPr lang="en-US" sz="1100" dirty="0">
                      <a:latin typeface="Overpass" pitchFamily="2" charset="0"/>
                    </a:rPr>
                    <a:t>Oversaw global dev and external UX teams, ensuring roadmap execution and stakeholder alignment.</a:t>
                  </a:r>
                </a:p>
                <a:p>
                  <a:pPr marL="85725" indent="-85725">
                    <a:lnSpc>
                      <a:spcPct val="100000"/>
                    </a:lnSpc>
                    <a:spcBef>
                      <a:spcPts val="200"/>
                    </a:spcBef>
                    <a:buFont typeface="Arial" panose="020B0604020202020204" pitchFamily="34" charset="0"/>
                    <a:buChar char="•"/>
                  </a:pPr>
                  <a:r>
                    <a:rPr lang="en-US" sz="1100" dirty="0">
                      <a:latin typeface="Overpass" pitchFamily="2" charset="0"/>
                    </a:rPr>
                    <a:t>Monitored budgets, timelines, and risks while delivering measurable performance improvements.</a:t>
                  </a:r>
                </a:p>
                <a:p>
                  <a:pPr>
                    <a:lnSpc>
                      <a:spcPct val="100000"/>
                    </a:lnSpc>
                    <a:spcBef>
                      <a:spcPts val="200"/>
                    </a:spcBef>
                  </a:pPr>
                  <a:r>
                    <a:rPr lang="en-US" sz="1050" b="1" i="1" dirty="0">
                      <a:latin typeface="Overpass" pitchFamily="2" charset="0"/>
                    </a:rPr>
                    <a:t>Product Manager  </a:t>
                  </a:r>
                  <a:r>
                    <a:rPr lang="en-US" sz="1100" b="1" dirty="0">
                      <a:latin typeface="Overpass" pitchFamily="2" charset="0"/>
                    </a:rPr>
                    <a:t>						</a:t>
                  </a:r>
                  <a:r>
                    <a:rPr lang="en-US" sz="1200" b="1" dirty="0">
                      <a:latin typeface="Overpass" pitchFamily="2" charset="0"/>
                    </a:rPr>
                    <a:t>           2013 - 2015</a:t>
                  </a:r>
                  <a:endParaRPr lang="en-US" sz="1100" b="1" dirty="0">
                    <a:latin typeface="Overpass" pitchFamily="2" charset="0"/>
                  </a:endParaRPr>
                </a:p>
                <a:p>
                  <a:pPr marL="85725" indent="-85725">
                    <a:lnSpc>
                      <a:spcPct val="100000"/>
                    </a:lnSpc>
                    <a:spcBef>
                      <a:spcPts val="200"/>
                    </a:spcBef>
                    <a:buFont typeface="Arial" panose="020B0604020202020204" pitchFamily="34" charset="0"/>
                    <a:buChar char="•"/>
                  </a:pPr>
                  <a:r>
                    <a:rPr lang="en-US" sz="1100" dirty="0">
                      <a:latin typeface="Overpass" pitchFamily="2" charset="0"/>
                    </a:rPr>
                    <a:t>Drove my product adoption and business growth (+22% quarterly usage, +15% revenue expansion).</a:t>
                  </a:r>
                </a:p>
                <a:p>
                  <a:pPr marL="85725" indent="-85725">
                    <a:lnSpc>
                      <a:spcPct val="100000"/>
                    </a:lnSpc>
                    <a:spcBef>
                      <a:spcPts val="200"/>
                    </a:spcBef>
                    <a:buFont typeface="Arial" panose="020B0604020202020204" pitchFamily="34" charset="0"/>
                    <a:buChar char="•"/>
                  </a:pPr>
                  <a:r>
                    <a:rPr lang="en-US" sz="1100" dirty="0">
                      <a:latin typeface="Overpass" pitchFamily="2" charset="0"/>
                    </a:rPr>
                    <a:t>Promoted to Senior PM for successfully leading global teams and strategic project achievements.</a:t>
                  </a:r>
                </a:p>
              </p:txBody>
            </p:sp>
            <p:sp>
              <p:nvSpPr>
                <p:cNvPr id="242" name="Text Placeholder 45">
                  <a:extLst>
                    <a:ext uri="{FF2B5EF4-FFF2-40B4-BE49-F238E27FC236}">
                      <a16:creationId xmlns:a16="http://schemas.microsoft.com/office/drawing/2014/main" id="{736313EA-3C2D-C5A9-2ED3-22681A16B477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-19577" y="2575123"/>
                  <a:ext cx="2719752" cy="199157"/>
                </a:xfrm>
                <a:prstGeom prst="rect">
                  <a:avLst/>
                </a:prstGeom>
              </p:spPr>
              <p:txBody>
                <a:bodyPr vert="horz" lIns="91440" tIns="45720" rIns="91440" bIns="45720" rtlCol="0">
                  <a:noAutofit/>
                </a:bodyPr>
                <a:lstStyle>
                  <a:lvl1pPr marL="0" indent="0" algn="l" defTabSz="685800" rtl="0" eaLnBrk="1" latinLnBrk="0" hangingPunct="1">
                    <a:lnSpc>
                      <a:spcPct val="90000"/>
                    </a:lnSpc>
                    <a:spcBef>
                      <a:spcPts val="750"/>
                    </a:spcBef>
                    <a:buFont typeface="Arial" panose="020B0604020202020204" pitchFamily="34" charset="0"/>
                    <a:buNone/>
                    <a:defRPr sz="1600" b="1" kern="1200">
                      <a:solidFill>
                        <a:schemeClr val="accent5"/>
                      </a:solidFill>
                      <a:latin typeface="+mj-lt"/>
                      <a:ea typeface="+mn-ea"/>
                      <a:cs typeface="+mn-cs"/>
                    </a:defRPr>
                  </a:lvl1pPr>
                  <a:lvl2pPr marL="342900" indent="0" algn="l" defTabSz="685800" rtl="0" eaLnBrk="1" latinLnBrk="0" hangingPunct="1">
                    <a:lnSpc>
                      <a:spcPct val="90000"/>
                    </a:lnSpc>
                    <a:spcBef>
                      <a:spcPts val="375"/>
                    </a:spcBef>
                    <a:buFont typeface="Arial" panose="020B0604020202020204" pitchFamily="34" charset="0"/>
                    <a:buNone/>
                    <a:defRPr sz="1000" b="1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685800" indent="0" algn="l" defTabSz="685800" rtl="0" eaLnBrk="1" latinLnBrk="0" hangingPunct="1">
                    <a:lnSpc>
                      <a:spcPct val="90000"/>
                    </a:lnSpc>
                    <a:spcBef>
                      <a:spcPts val="375"/>
                    </a:spcBef>
                    <a:buFont typeface="Arial" panose="020B0604020202020204" pitchFamily="34" charset="0"/>
                    <a:buNone/>
                    <a:defRPr sz="1000" b="1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028700" indent="0" algn="l" defTabSz="685800" rtl="0" eaLnBrk="1" latinLnBrk="0" hangingPunct="1">
                    <a:lnSpc>
                      <a:spcPct val="90000"/>
                    </a:lnSpc>
                    <a:spcBef>
                      <a:spcPts val="375"/>
                    </a:spcBef>
                    <a:buFont typeface="Arial" panose="020B0604020202020204" pitchFamily="34" charset="0"/>
                    <a:buNone/>
                    <a:defRPr sz="1000" b="1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371600" indent="0" algn="l" defTabSz="685800" rtl="0" eaLnBrk="1" latinLnBrk="0" hangingPunct="1">
                    <a:lnSpc>
                      <a:spcPct val="90000"/>
                    </a:lnSpc>
                    <a:spcBef>
                      <a:spcPts val="375"/>
                    </a:spcBef>
                    <a:buFont typeface="Arial" panose="020B0604020202020204" pitchFamily="34" charset="0"/>
                    <a:buNone/>
                    <a:defRPr sz="1000" b="1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885950" indent="-171450" algn="l" defTabSz="685800" rtl="0" eaLnBrk="1" latinLnBrk="0" hangingPunct="1">
                    <a:lnSpc>
                      <a:spcPct val="90000"/>
                    </a:lnSpc>
                    <a:spcBef>
                      <a:spcPts val="375"/>
                    </a:spcBef>
                    <a:buFont typeface="Arial" panose="020B0604020202020204" pitchFamily="34" charset="0"/>
                    <a:buChar char="•"/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28850" indent="-171450" algn="l" defTabSz="685800" rtl="0" eaLnBrk="1" latinLnBrk="0" hangingPunct="1">
                    <a:lnSpc>
                      <a:spcPct val="90000"/>
                    </a:lnSpc>
                    <a:spcBef>
                      <a:spcPts val="375"/>
                    </a:spcBef>
                    <a:buFont typeface="Arial" panose="020B0604020202020204" pitchFamily="34" charset="0"/>
                    <a:buChar char="•"/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571750" indent="-171450" algn="l" defTabSz="685800" rtl="0" eaLnBrk="1" latinLnBrk="0" hangingPunct="1">
                    <a:lnSpc>
                      <a:spcPct val="90000"/>
                    </a:lnSpc>
                    <a:spcBef>
                      <a:spcPts val="375"/>
                    </a:spcBef>
                    <a:buFont typeface="Arial" panose="020B0604020202020204" pitchFamily="34" charset="0"/>
                    <a:buChar char="•"/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2914650" indent="-171450" algn="l" defTabSz="685800" rtl="0" eaLnBrk="1" latinLnBrk="0" hangingPunct="1">
                    <a:lnSpc>
                      <a:spcPct val="90000"/>
                    </a:lnSpc>
                    <a:spcBef>
                      <a:spcPts val="375"/>
                    </a:spcBef>
                    <a:buFont typeface="Arial" panose="020B0604020202020204" pitchFamily="34" charset="0"/>
                    <a:buChar char="•"/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r>
                    <a:rPr lang="en-US" sz="1500" u="sng" dirty="0">
                      <a:solidFill>
                        <a:srgbClr val="10ABE2"/>
                      </a:solidFill>
                      <a:latin typeface="Overpass" pitchFamily="2" charset="0"/>
                      <a:ea typeface="Tahoma" panose="020B0604030504040204" pitchFamily="34" charset="0"/>
                      <a:cs typeface="Tahoma" panose="020B0604030504040204" pitchFamily="34" charset="0"/>
                    </a:rPr>
                    <a:t>Professional experience</a:t>
                  </a:r>
                </a:p>
              </p:txBody>
            </p:sp>
            <p:sp>
              <p:nvSpPr>
                <p:cNvPr id="9" name="Text Placeholder 52">
                  <a:extLst>
                    <a:ext uri="{FF2B5EF4-FFF2-40B4-BE49-F238E27FC236}">
                      <a16:creationId xmlns:a16="http://schemas.microsoft.com/office/drawing/2014/main" id="{6871FAD5-DAC9-2E88-43EE-71DE2313B5BC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-18603" y="4655075"/>
                  <a:ext cx="6943717" cy="236466"/>
                </a:xfrm>
                <a:prstGeom prst="rect">
                  <a:avLst/>
                </a:prstGeom>
              </p:spPr>
              <p:txBody>
                <a:bodyPr vert="horz" lIns="91440" tIns="45720" rIns="91440" bIns="45720" rtlCol="0">
                  <a:noAutofit/>
                </a:bodyPr>
                <a:lstStyle>
                  <a:lvl1pPr marL="0" indent="0" algn="l" defTabSz="685800" rtl="0" eaLnBrk="1" latinLnBrk="0" hangingPunct="1">
                    <a:lnSpc>
                      <a:spcPts val="1500"/>
                    </a:lnSpc>
                    <a:spcBef>
                      <a:spcPts val="750"/>
                    </a:spcBef>
                    <a:buFont typeface="Arial" panose="020B0604020202020204" pitchFamily="34" charset="0"/>
                    <a:buNone/>
                    <a:defRPr sz="1000" b="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42900" indent="0" algn="l" defTabSz="685800" rtl="0" eaLnBrk="1" latinLnBrk="0" hangingPunct="1">
                    <a:lnSpc>
                      <a:spcPct val="90000"/>
                    </a:lnSpc>
                    <a:spcBef>
                      <a:spcPts val="375"/>
                    </a:spcBef>
                    <a:buFont typeface="Arial" panose="020B0604020202020204" pitchFamily="34" charset="0"/>
                    <a:buNone/>
                    <a:defRPr sz="1000" b="1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685800" indent="0" algn="l" defTabSz="685800" rtl="0" eaLnBrk="1" latinLnBrk="0" hangingPunct="1">
                    <a:lnSpc>
                      <a:spcPct val="90000"/>
                    </a:lnSpc>
                    <a:spcBef>
                      <a:spcPts val="375"/>
                    </a:spcBef>
                    <a:buFont typeface="Arial" panose="020B0604020202020204" pitchFamily="34" charset="0"/>
                    <a:buNone/>
                    <a:defRPr sz="1000" b="1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028700" indent="0" algn="l" defTabSz="685800" rtl="0" eaLnBrk="1" latinLnBrk="0" hangingPunct="1">
                    <a:lnSpc>
                      <a:spcPct val="90000"/>
                    </a:lnSpc>
                    <a:spcBef>
                      <a:spcPts val="375"/>
                    </a:spcBef>
                    <a:buFont typeface="Arial" panose="020B0604020202020204" pitchFamily="34" charset="0"/>
                    <a:buNone/>
                    <a:defRPr sz="1000" b="1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371600" indent="0" algn="l" defTabSz="685800" rtl="0" eaLnBrk="1" latinLnBrk="0" hangingPunct="1">
                    <a:lnSpc>
                      <a:spcPct val="90000"/>
                    </a:lnSpc>
                    <a:spcBef>
                      <a:spcPts val="375"/>
                    </a:spcBef>
                    <a:buFont typeface="Arial" panose="020B0604020202020204" pitchFamily="34" charset="0"/>
                    <a:buNone/>
                    <a:defRPr sz="1000" b="1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885950" indent="-171450" algn="l" defTabSz="685800" rtl="0" eaLnBrk="1" latinLnBrk="0" hangingPunct="1">
                    <a:lnSpc>
                      <a:spcPct val="90000"/>
                    </a:lnSpc>
                    <a:spcBef>
                      <a:spcPts val="375"/>
                    </a:spcBef>
                    <a:buFont typeface="Arial" panose="020B0604020202020204" pitchFamily="34" charset="0"/>
                    <a:buChar char="•"/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28850" indent="-171450" algn="l" defTabSz="685800" rtl="0" eaLnBrk="1" latinLnBrk="0" hangingPunct="1">
                    <a:lnSpc>
                      <a:spcPct val="90000"/>
                    </a:lnSpc>
                    <a:spcBef>
                      <a:spcPts val="375"/>
                    </a:spcBef>
                    <a:buFont typeface="Arial" panose="020B0604020202020204" pitchFamily="34" charset="0"/>
                    <a:buChar char="•"/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571750" indent="-171450" algn="l" defTabSz="685800" rtl="0" eaLnBrk="1" latinLnBrk="0" hangingPunct="1">
                    <a:lnSpc>
                      <a:spcPct val="90000"/>
                    </a:lnSpc>
                    <a:spcBef>
                      <a:spcPts val="375"/>
                    </a:spcBef>
                    <a:buFont typeface="Arial" panose="020B0604020202020204" pitchFamily="34" charset="0"/>
                    <a:buChar char="•"/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2914650" indent="-171450" algn="l" defTabSz="685800" rtl="0" eaLnBrk="1" latinLnBrk="0" hangingPunct="1">
                    <a:lnSpc>
                      <a:spcPct val="90000"/>
                    </a:lnSpc>
                    <a:spcBef>
                      <a:spcPts val="375"/>
                    </a:spcBef>
                    <a:buFont typeface="Arial" panose="020B0604020202020204" pitchFamily="34" charset="0"/>
                    <a:buChar char="•"/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>
                    <a:lnSpc>
                      <a:spcPct val="100000"/>
                    </a:lnSpc>
                    <a:spcBef>
                      <a:spcPts val="0"/>
                    </a:spcBef>
                  </a:pPr>
                  <a:r>
                    <a:rPr lang="it-IT" sz="1100" b="1" dirty="0">
                      <a:latin typeface="Overpass" pitchFamily="2" charset="0"/>
                      <a:ea typeface="Tahoma" panose="020B0604030504040204" pitchFamily="34" charset="0"/>
                      <a:cs typeface="Tahoma" panose="020B0604030504040204" pitchFamily="34" charset="0"/>
                      <a:hlinkClick r:id="rId3">
                        <a:extLst>
                          <a:ext uri="{A12FA001-AC4F-418D-AE19-62706E023703}">
                            <ahyp:hlinkClr xmlns:ahyp="http://schemas.microsoft.com/office/drawing/2018/hyperlinkcolor" val="tx"/>
                          </a:ext>
                        </a:extLst>
                      </a:hlinkClick>
                    </a:rPr>
                    <a:t>Pharmabest Inc. &amp; Philtel Inc.</a:t>
                  </a:r>
                  <a:r>
                    <a:rPr lang="it-IT" sz="1050" b="1" dirty="0">
                      <a:latin typeface="Overpass" pitchFamily="2" charset="0"/>
                      <a:ea typeface="Tahoma" panose="020B0604030504040204" pitchFamily="34" charset="0"/>
                      <a:cs typeface="Tahoma" panose="020B0604030504040204" pitchFamily="34" charset="0"/>
                    </a:rPr>
                    <a:t> | </a:t>
                  </a:r>
                  <a:r>
                    <a:rPr lang="it-IT" sz="1050" b="1" i="1" dirty="0">
                      <a:latin typeface="Overpass" pitchFamily="2" charset="0"/>
                      <a:ea typeface="Tahoma" panose="020B0604030504040204" pitchFamily="34" charset="0"/>
                      <a:cs typeface="Tahoma" panose="020B0604030504040204" pitchFamily="34" charset="0"/>
                    </a:rPr>
                    <a:t>Exec. QA Manager |</a:t>
                  </a:r>
                  <a:r>
                    <a:rPr lang="it-IT" sz="1100" b="1" dirty="0">
                      <a:latin typeface="Overpass" pitchFamily="2" charset="0"/>
                      <a:ea typeface="Tahoma" panose="020B0604030504040204" pitchFamily="34" charset="0"/>
                      <a:cs typeface="Tahoma" panose="020B0604030504040204" pitchFamily="34" charset="0"/>
                    </a:rPr>
                    <a:t>	      		</a:t>
                  </a:r>
                  <a:r>
                    <a:rPr lang="it-IT" sz="1200" b="1" dirty="0">
                      <a:latin typeface="Overpass" pitchFamily="2" charset="0"/>
                      <a:ea typeface="Tahoma" panose="020B0604030504040204" pitchFamily="34" charset="0"/>
                      <a:cs typeface="Tahoma" panose="020B0604030504040204" pitchFamily="34" charset="0"/>
                    </a:rPr>
                    <a:t>           2011 - 2013</a:t>
                  </a:r>
                  <a:endParaRPr lang="it-IT" sz="1100" b="1" dirty="0">
                    <a:latin typeface="Overpass" pitchFamily="2" charset="0"/>
                    <a:ea typeface="Tahoma" panose="020B0604030504040204" pitchFamily="34" charset="0"/>
                    <a:cs typeface="Tahoma" panose="020B0604030504040204" pitchFamily="34" charset="0"/>
                  </a:endParaRPr>
                </a:p>
                <a:p>
                  <a:pPr marL="85725" indent="-85725">
                    <a:lnSpc>
                      <a:spcPct val="100000"/>
                    </a:lnSpc>
                    <a:spcBef>
                      <a:spcPts val="200"/>
                    </a:spcBef>
                    <a:buFont typeface="Arial" panose="020B0604020202020204" pitchFamily="34" charset="0"/>
                    <a:buChar char="•"/>
                  </a:pPr>
                  <a:r>
                    <a:rPr lang="en-US" sz="1050" dirty="0">
                      <a:latin typeface="Overpass" pitchFamily="2" charset="0"/>
                    </a:rPr>
                    <a:t>Managed QA processes for medical food and devices projects, ensuring compliance and quality assurance under strict deadlines.</a:t>
                  </a:r>
                  <a:endParaRPr lang="it-IT" sz="1400" i="1" dirty="0">
                    <a:effectLst/>
                    <a:latin typeface="Overpass" pitchFamily="2" charset="0"/>
                    <a:ea typeface="Tahoma" panose="020B0604030504040204" pitchFamily="34" charset="0"/>
                    <a:cs typeface="Tahoma" panose="020B0604030504040204" pitchFamily="34" charset="0"/>
                  </a:endParaRPr>
                </a:p>
              </p:txBody>
            </p:sp>
            <p:sp>
              <p:nvSpPr>
                <p:cNvPr id="10" name="Text Placeholder 52">
                  <a:extLst>
                    <a:ext uri="{FF2B5EF4-FFF2-40B4-BE49-F238E27FC236}">
                      <a16:creationId xmlns:a16="http://schemas.microsoft.com/office/drawing/2014/main" id="{BA499EBC-730C-6472-42B1-4FBCAD1BA552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-6035" y="4875379"/>
                  <a:ext cx="6931149" cy="236466"/>
                </a:xfrm>
                <a:prstGeom prst="rect">
                  <a:avLst/>
                </a:prstGeom>
              </p:spPr>
              <p:txBody>
                <a:bodyPr vert="horz" lIns="91440" tIns="45720" rIns="91440" bIns="45720" rtlCol="0">
                  <a:noAutofit/>
                </a:bodyPr>
                <a:lstStyle>
                  <a:lvl1pPr marL="0" indent="0" algn="l" defTabSz="685800" rtl="0" eaLnBrk="1" latinLnBrk="0" hangingPunct="1">
                    <a:lnSpc>
                      <a:spcPts val="1500"/>
                    </a:lnSpc>
                    <a:spcBef>
                      <a:spcPts val="750"/>
                    </a:spcBef>
                    <a:buFont typeface="Arial" panose="020B0604020202020204" pitchFamily="34" charset="0"/>
                    <a:buNone/>
                    <a:defRPr sz="1000" b="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42900" indent="0" algn="l" defTabSz="685800" rtl="0" eaLnBrk="1" latinLnBrk="0" hangingPunct="1">
                    <a:lnSpc>
                      <a:spcPct val="90000"/>
                    </a:lnSpc>
                    <a:spcBef>
                      <a:spcPts val="375"/>
                    </a:spcBef>
                    <a:buFont typeface="Arial" panose="020B0604020202020204" pitchFamily="34" charset="0"/>
                    <a:buNone/>
                    <a:defRPr sz="1000" b="1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685800" indent="0" algn="l" defTabSz="685800" rtl="0" eaLnBrk="1" latinLnBrk="0" hangingPunct="1">
                    <a:lnSpc>
                      <a:spcPct val="90000"/>
                    </a:lnSpc>
                    <a:spcBef>
                      <a:spcPts val="375"/>
                    </a:spcBef>
                    <a:buFont typeface="Arial" panose="020B0604020202020204" pitchFamily="34" charset="0"/>
                    <a:buNone/>
                    <a:defRPr sz="1000" b="1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028700" indent="0" algn="l" defTabSz="685800" rtl="0" eaLnBrk="1" latinLnBrk="0" hangingPunct="1">
                    <a:lnSpc>
                      <a:spcPct val="90000"/>
                    </a:lnSpc>
                    <a:spcBef>
                      <a:spcPts val="375"/>
                    </a:spcBef>
                    <a:buFont typeface="Arial" panose="020B0604020202020204" pitchFamily="34" charset="0"/>
                    <a:buNone/>
                    <a:defRPr sz="1000" b="1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371600" indent="0" algn="l" defTabSz="685800" rtl="0" eaLnBrk="1" latinLnBrk="0" hangingPunct="1">
                    <a:lnSpc>
                      <a:spcPct val="90000"/>
                    </a:lnSpc>
                    <a:spcBef>
                      <a:spcPts val="375"/>
                    </a:spcBef>
                    <a:buFont typeface="Arial" panose="020B0604020202020204" pitchFamily="34" charset="0"/>
                    <a:buNone/>
                    <a:defRPr sz="1000" b="1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885950" indent="-171450" algn="l" defTabSz="685800" rtl="0" eaLnBrk="1" latinLnBrk="0" hangingPunct="1">
                    <a:lnSpc>
                      <a:spcPct val="90000"/>
                    </a:lnSpc>
                    <a:spcBef>
                      <a:spcPts val="375"/>
                    </a:spcBef>
                    <a:buFont typeface="Arial" panose="020B0604020202020204" pitchFamily="34" charset="0"/>
                    <a:buChar char="•"/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28850" indent="-171450" algn="l" defTabSz="685800" rtl="0" eaLnBrk="1" latinLnBrk="0" hangingPunct="1">
                    <a:lnSpc>
                      <a:spcPct val="90000"/>
                    </a:lnSpc>
                    <a:spcBef>
                      <a:spcPts val="375"/>
                    </a:spcBef>
                    <a:buFont typeface="Arial" panose="020B0604020202020204" pitchFamily="34" charset="0"/>
                    <a:buChar char="•"/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571750" indent="-171450" algn="l" defTabSz="685800" rtl="0" eaLnBrk="1" latinLnBrk="0" hangingPunct="1">
                    <a:lnSpc>
                      <a:spcPct val="90000"/>
                    </a:lnSpc>
                    <a:spcBef>
                      <a:spcPts val="375"/>
                    </a:spcBef>
                    <a:buFont typeface="Arial" panose="020B0604020202020204" pitchFamily="34" charset="0"/>
                    <a:buChar char="•"/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2914650" indent="-171450" algn="l" defTabSz="685800" rtl="0" eaLnBrk="1" latinLnBrk="0" hangingPunct="1">
                    <a:lnSpc>
                      <a:spcPct val="90000"/>
                    </a:lnSpc>
                    <a:spcBef>
                      <a:spcPts val="375"/>
                    </a:spcBef>
                    <a:buFont typeface="Arial" panose="020B0604020202020204" pitchFamily="34" charset="0"/>
                    <a:buChar char="•"/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>
                    <a:lnSpc>
                      <a:spcPct val="100000"/>
                    </a:lnSpc>
                    <a:spcBef>
                      <a:spcPts val="0"/>
                    </a:spcBef>
                  </a:pPr>
                  <a:r>
                    <a:rPr lang="it-IT" sz="1100" b="1" dirty="0">
                      <a:effectLst/>
                      <a:latin typeface="Overpass" pitchFamily="2" charset="0"/>
                      <a:ea typeface="Tahoma" panose="020B0604030504040204" pitchFamily="34" charset="0"/>
                      <a:cs typeface="Tahoma" panose="020B0604030504040204" pitchFamily="34" charset="0"/>
                      <a:hlinkClick r:id="rId4">
                        <a:extLst>
                          <a:ext uri="{A12FA001-AC4F-418D-AE19-62706E023703}">
                            <ahyp:hlinkClr xmlns:ahyp="http://schemas.microsoft.com/office/drawing/2018/hyperlinkcolor" val="tx"/>
                          </a:ext>
                        </a:extLst>
                      </a:hlinkClick>
                    </a:rPr>
                    <a:t>Blau Pharmaceuticals Services Inc.</a:t>
                  </a:r>
                  <a:r>
                    <a:rPr lang="it-IT" sz="1050" b="1" i="1" dirty="0">
                      <a:effectLst/>
                      <a:latin typeface="Overpass" pitchFamily="2" charset="0"/>
                      <a:ea typeface="Tahoma" panose="020B0604030504040204" pitchFamily="34" charset="0"/>
                      <a:cs typeface="Tahoma" panose="020B0604030504040204" pitchFamily="34" charset="0"/>
                    </a:rPr>
                    <a:t> | Regulatory Affairs Consultant |</a:t>
                  </a:r>
                  <a:r>
                    <a:rPr lang="it-IT" sz="1100" b="1" dirty="0">
                      <a:effectLst/>
                      <a:latin typeface="Overpass" pitchFamily="2" charset="0"/>
                      <a:ea typeface="Tahoma" panose="020B0604030504040204" pitchFamily="34" charset="0"/>
                      <a:cs typeface="Tahoma" panose="020B0604030504040204" pitchFamily="34" charset="0"/>
                    </a:rPr>
                    <a:t>	</a:t>
                  </a:r>
                  <a:r>
                    <a:rPr lang="it-IT" sz="1200" b="1" dirty="0">
                      <a:latin typeface="Overpass" pitchFamily="2" charset="0"/>
                      <a:ea typeface="Tahoma" panose="020B0604030504040204" pitchFamily="34" charset="0"/>
                      <a:cs typeface="Tahoma" panose="020B0604030504040204" pitchFamily="34" charset="0"/>
                    </a:rPr>
                    <a:t>           </a:t>
                  </a:r>
                  <a:r>
                    <a:rPr lang="it-IT" sz="1200" b="1" dirty="0">
                      <a:effectLst/>
                      <a:latin typeface="Overpass" pitchFamily="2" charset="0"/>
                      <a:ea typeface="Tahoma" panose="020B0604030504040204" pitchFamily="34" charset="0"/>
                      <a:cs typeface="Tahoma" panose="020B0604030504040204" pitchFamily="34" charset="0"/>
                    </a:rPr>
                    <a:t>2009 - 2011</a:t>
                  </a:r>
                </a:p>
                <a:p>
                  <a:pPr marL="85725" indent="-85725">
                    <a:lnSpc>
                      <a:spcPct val="100000"/>
                    </a:lnSpc>
                    <a:spcBef>
                      <a:spcPts val="200"/>
                    </a:spcBef>
                    <a:buFont typeface="Arial" panose="020B0604020202020204" pitchFamily="34" charset="0"/>
                    <a:buChar char="•"/>
                  </a:pPr>
                  <a:r>
                    <a:rPr lang="en-US" sz="1050" dirty="0">
                      <a:latin typeface="Overpass" pitchFamily="2" charset="0"/>
                    </a:rPr>
                    <a:t>Advised pharma companies on regulatory project documentation and compliance </a:t>
                  </a:r>
                  <a:r>
                    <a:rPr lang="it-IT" sz="1050" i="1" dirty="0">
                      <a:effectLst/>
                      <a:latin typeface="Overpass" pitchFamily="2" charset="0"/>
                      <a:ea typeface="Tahoma" panose="020B0604030504040204" pitchFamily="34" charset="0"/>
                      <a:cs typeface="Tahoma" panose="020B0604030504040204" pitchFamily="34" charset="0"/>
                    </a:rPr>
                    <a:t>Affairs.</a:t>
                  </a:r>
                </a:p>
              </p:txBody>
            </p:sp>
          </p:grpSp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D6C75DF8-197B-BFD3-34D2-297D5EA3D213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78399" y="4248013"/>
                <a:ext cx="6713716" cy="10477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200" b="1" u="sng" dirty="0">
                    <a:latin typeface="Overpass" pitchFamily="2" charset="0"/>
                    <a:ea typeface="Tahoma" panose="020B0604030504040204" pitchFamily="34" charset="0"/>
                    <a:cs typeface="Tahoma" panose="020B0604030504040204" pitchFamily="34" charset="0"/>
                  </a:rPr>
                  <a:t>TouchE</a:t>
                </a:r>
                <a:r>
                  <a:rPr lang="en-US" sz="1200" b="1" dirty="0">
                    <a:latin typeface="Overpass" pitchFamily="2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1050" i="1" dirty="0">
                    <a:latin typeface="Overpass" pitchFamily="2" charset="0"/>
                  </a:rPr>
                  <a:t>AI interactive video SaaS</a:t>
                </a:r>
                <a:r>
                  <a:rPr lang="en-US" sz="1050" b="1" i="1" dirty="0">
                    <a:latin typeface="Overpass" pitchFamily="2" charset="0"/>
                  </a:rPr>
                  <a:t>  </a:t>
                </a:r>
                <a:r>
                  <a:rPr lang="en-US" sz="1050" b="1" i="1" dirty="0">
                    <a:latin typeface="Overpass" pitchFamily="2" charset="0"/>
                    <a:ea typeface="Tahoma" panose="020B0604030504040204" pitchFamily="34" charset="0"/>
                    <a:cs typeface="Tahoma" panose="020B0604030504040204" pitchFamily="34" charset="0"/>
                  </a:rPr>
                  <a:t>| </a:t>
                </a:r>
                <a:r>
                  <a:rPr lang="en-US" sz="1050" b="1" i="1" dirty="0">
                    <a:latin typeface="Overpass" pitchFamily="2" charset="0"/>
                  </a:rPr>
                  <a:t>Co-Founder &amp; Product/Project Lead |</a:t>
                </a:r>
                <a:r>
                  <a:rPr lang="en-US" sz="1200" b="1" dirty="0">
                    <a:latin typeface="Overpass" pitchFamily="2" charset="0"/>
                    <a:ea typeface="Tahoma" panose="020B0604030504040204" pitchFamily="34" charset="0"/>
                    <a:cs typeface="Tahoma" panose="020B0604030504040204" pitchFamily="34" charset="0"/>
                  </a:rPr>
                  <a:t>		     2018 - 2024</a:t>
                </a:r>
              </a:p>
              <a:p>
                <a:pPr marL="85725" indent="-85725">
                  <a:spcBef>
                    <a:spcPts val="200"/>
                  </a:spcBef>
                  <a:buFont typeface="Arial" panose="020B0604020202020204" pitchFamily="34" charset="0"/>
                  <a:buChar char="•"/>
                </a:pPr>
                <a:r>
                  <a:rPr lang="en-US" sz="1100" dirty="0">
                    <a:latin typeface="Overpass" pitchFamily="2" charset="0"/>
                  </a:rPr>
                  <a:t>Directed all project phases of an AI-powered interactive video platform, from roadmap planning to release, securing $2.5M in seed funding.</a:t>
                </a:r>
                <a:endParaRPr lang="he-IL" sz="1100" dirty="0">
                  <a:latin typeface="Overpass" pitchFamily="2" charset="0"/>
                </a:endParaRPr>
              </a:p>
              <a:p>
                <a:pPr marL="85725" indent="-85725">
                  <a:spcBef>
                    <a:spcPts val="200"/>
                  </a:spcBef>
                  <a:buFont typeface="Arial" panose="020B0604020202020204" pitchFamily="34" charset="0"/>
                  <a:buChar char="•"/>
                </a:pPr>
                <a:r>
                  <a:rPr lang="en-US" sz="1100" dirty="0">
                    <a:latin typeface="Overpass" pitchFamily="2" charset="0"/>
                  </a:rPr>
                  <a:t>Coordinated cross-functional teams (engineering, design, QA, data) across Web, Mobile, and Smart-TV, delivering multi-platform releases on schedule.</a:t>
                </a:r>
                <a:endParaRPr lang="he-IL" sz="1100" dirty="0">
                  <a:latin typeface="Overpass" pitchFamily="2" charset="0"/>
                </a:endParaRPr>
              </a:p>
              <a:p>
                <a:pPr marL="85725" indent="-85725">
                  <a:spcBef>
                    <a:spcPts val="200"/>
                  </a:spcBef>
                  <a:buFont typeface="Arial" panose="020B0604020202020204" pitchFamily="34" charset="0"/>
                  <a:buChar char="•"/>
                </a:pPr>
                <a:r>
                  <a:rPr lang="en-US" sz="1100" dirty="0">
                    <a:latin typeface="Overpass" pitchFamily="2" charset="0"/>
                  </a:rPr>
                  <a:t>Managed client integrations with enterprise partners (HOT, Ozon, Eros Now), ensuring alignment of technical delivery and business goals.</a:t>
                </a:r>
                <a:endParaRPr lang="he-IL" sz="1100" dirty="0">
                  <a:latin typeface="Overpass" pitchFamily="2" charset="0"/>
                </a:endParaRPr>
              </a:p>
              <a:p>
                <a:pPr marL="85725" indent="-85725">
                  <a:spcBef>
                    <a:spcPts val="200"/>
                  </a:spcBef>
                  <a:buFont typeface="Arial" panose="020B0604020202020204" pitchFamily="34" charset="0"/>
                  <a:buChar char="•"/>
                </a:pPr>
                <a:r>
                  <a:rPr lang="en-US" sz="1100" dirty="0">
                    <a:latin typeface="Overpass" pitchFamily="2" charset="0"/>
                  </a:rPr>
                  <a:t>Led Agile development processes, defined user stories, acceptance criteria, and backlog prioritization processes in collaboration with engineering and algorithm teams, boosting team efficiency by 38% and product adoption by 24%.</a:t>
                </a:r>
              </a:p>
            </p:txBody>
          </p:sp>
        </p:grpSp>
        <p:sp>
          <p:nvSpPr>
            <p:cNvPr id="7" name="Text Placeholder 52">
              <a:extLst>
                <a:ext uri="{FF2B5EF4-FFF2-40B4-BE49-F238E27FC236}">
                  <a16:creationId xmlns:a16="http://schemas.microsoft.com/office/drawing/2014/main" id="{C74AC998-3F7B-596D-682D-63841FD8BC26}"/>
                </a:ext>
              </a:extLst>
            </p:cNvPr>
            <p:cNvSpPr txBox="1">
              <a:spLocks/>
            </p:cNvSpPr>
            <p:nvPr/>
          </p:nvSpPr>
          <p:spPr>
            <a:xfrm>
              <a:off x="179665" y="3582181"/>
              <a:ext cx="6568161" cy="996118"/>
            </a:xfrm>
            <a:prstGeom prst="rect">
              <a:avLst/>
            </a:prstGeom>
          </p:spPr>
          <p:txBody>
            <a:bodyPr vert="horz" lIns="91440" tIns="45720" rIns="91440" bIns="45720" rtlCol="0">
              <a:noAutofit/>
            </a:bodyPr>
            <a:lstStyle>
              <a:lvl1pPr marL="0" indent="0" algn="l" defTabSz="685800" rtl="0" eaLnBrk="1" latinLnBrk="0" hangingPunct="1">
                <a:lnSpc>
                  <a:spcPts val="1500"/>
                </a:lnSpc>
                <a:spcBef>
                  <a:spcPts val="750"/>
                </a:spcBef>
                <a:buFont typeface="Arial" panose="020B0604020202020204" pitchFamily="34" charset="0"/>
                <a:buNone/>
                <a:defRPr sz="10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42900" indent="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None/>
                <a:defRPr sz="10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800" indent="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None/>
                <a:defRPr sz="10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28700" indent="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None/>
                <a:defRPr sz="10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1600" indent="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None/>
                <a:defRPr sz="10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8859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2288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5717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9146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00000"/>
                </a:lnSpc>
                <a:spcBef>
                  <a:spcPts val="0"/>
                </a:spcBef>
              </a:pPr>
              <a:r>
                <a:rPr lang="it-IT" sz="1200" b="1" u="sng" dirty="0">
                  <a:latin typeface="Overpass" pitchFamily="2" charset="0"/>
                  <a:ea typeface="Tahoma" panose="020B0604030504040204" pitchFamily="34" charset="0"/>
                  <a:cs typeface="Tahoma" panose="020B0604030504040204" pitchFamily="34" charset="0"/>
                </a:rPr>
                <a:t>Inon Baasov Ltd</a:t>
              </a:r>
              <a:r>
                <a:rPr lang="it-IT" sz="1200" b="1" dirty="0">
                  <a:latin typeface="Overpass" pitchFamily="2" charset="0"/>
                  <a:ea typeface="Tahoma" panose="020B0604030504040204" pitchFamily="34" charset="0"/>
                  <a:cs typeface="Tahoma" panose="020B0604030504040204" pitchFamily="34" charset="0"/>
                </a:rPr>
                <a:t>  </a:t>
              </a:r>
              <a:r>
                <a:rPr lang="it-IT" sz="1200" dirty="0">
                  <a:latin typeface="Overpass" pitchFamily="2" charset="0"/>
                  <a:ea typeface="Tahoma" panose="020B0604030504040204" pitchFamily="34" charset="0"/>
                  <a:cs typeface="Tahoma" panose="020B0604030504040204" pitchFamily="34" charset="0"/>
                </a:rPr>
                <a:t>|</a:t>
              </a:r>
              <a:r>
                <a:rPr lang="it-IT" sz="1200" b="1" dirty="0">
                  <a:latin typeface="Overpass" pitchFamily="2" charset="0"/>
                  <a:ea typeface="Tahoma" panose="020B0604030504040204" pitchFamily="34" charset="0"/>
                  <a:cs typeface="Tahoma" panose="020B0604030504040204" pitchFamily="34" charset="0"/>
                </a:rPr>
                <a:t> </a:t>
              </a:r>
              <a:r>
                <a:rPr lang="it-IT" sz="1050" b="1" i="1" dirty="0">
                  <a:latin typeface="Overpass" pitchFamily="2" charset="0"/>
                  <a:ea typeface="Tahoma" panose="020B0604030504040204" pitchFamily="34" charset="0"/>
                  <a:cs typeface="Tahoma" panose="020B0604030504040204" pitchFamily="34" charset="0"/>
                </a:rPr>
                <a:t>Product Strategy Consultant  </a:t>
              </a:r>
              <a:r>
                <a:rPr lang="it-IT" sz="1050" i="1" dirty="0">
                  <a:latin typeface="Overpass" pitchFamily="2" charset="0"/>
                  <a:ea typeface="Tahoma" panose="020B0604030504040204" pitchFamily="34" charset="0"/>
                  <a:cs typeface="Tahoma" panose="020B0604030504040204" pitchFamily="34" charset="0"/>
                </a:rPr>
                <a:t>|			              </a:t>
              </a:r>
              <a:r>
                <a:rPr lang="it-IT" sz="1200" b="1" dirty="0">
                  <a:latin typeface="Overpass" pitchFamily="2" charset="0"/>
                  <a:ea typeface="Tahoma" panose="020B0604030504040204" pitchFamily="34" charset="0"/>
                  <a:cs typeface="Tahoma" panose="020B0604030504040204" pitchFamily="34" charset="0"/>
                </a:rPr>
                <a:t>2024 - Present</a:t>
              </a:r>
            </a:p>
            <a:p>
              <a:pPr marL="85725" indent="-85725">
                <a:lnSpc>
                  <a:spcPct val="100000"/>
                </a:lnSpc>
                <a:spcBef>
                  <a:spcPts val="200"/>
                </a:spcBef>
                <a:buFont typeface="Arial" panose="020B0604020202020204" pitchFamily="34" charset="0"/>
                <a:buChar char="•"/>
              </a:pPr>
              <a:r>
                <a:rPr lang="en-US" sz="1100" dirty="0">
                  <a:latin typeface="Overpass" pitchFamily="2" charset="0"/>
                </a:rPr>
                <a:t>Supported digital health and AI startups in defining MVPs and compliant roadmaps aligned with healthcare data standards and regulatory readiness</a:t>
              </a:r>
            </a:p>
            <a:p>
              <a:pPr marL="85725" indent="-85725">
                <a:lnSpc>
                  <a:spcPct val="100000"/>
                </a:lnSpc>
                <a:spcBef>
                  <a:spcPts val="200"/>
                </a:spcBef>
                <a:buFont typeface="Arial" panose="020B0604020202020204" pitchFamily="34" charset="0"/>
                <a:buChar char="•"/>
              </a:pPr>
              <a:r>
                <a:rPr lang="en-US" sz="1100" dirty="0">
                  <a:latin typeface="Overpass" pitchFamily="2" charset="0"/>
                </a:rPr>
                <a:t>Lead project delivery for startups and pre-seed ventures, aligning strategy with execution.</a:t>
              </a:r>
            </a:p>
            <a:p>
              <a:pPr marL="85725" indent="-85725">
                <a:lnSpc>
                  <a:spcPct val="100000"/>
                </a:lnSpc>
                <a:spcBef>
                  <a:spcPts val="200"/>
                </a:spcBef>
                <a:buFont typeface="Arial" panose="020B0604020202020204" pitchFamily="34" charset="0"/>
                <a:buChar char="•"/>
              </a:pPr>
              <a:r>
                <a:rPr lang="en-US" sz="1100" dirty="0">
                  <a:latin typeface="Overpass" pitchFamily="2" charset="0"/>
                </a:rPr>
                <a:t>Scope, plan, and manage end-to-end delivery of AI and digital projects (e.g., </a:t>
              </a:r>
              <a:r>
                <a:rPr lang="en-US" sz="1100" dirty="0" err="1">
                  <a:latin typeface="Overpass" pitchFamily="2" charset="0"/>
                </a:rPr>
                <a:t>AiRakoon</a:t>
              </a:r>
              <a:r>
                <a:rPr lang="en-US" sz="1100" dirty="0">
                  <a:latin typeface="Overpass" pitchFamily="2" charset="0"/>
                </a:rPr>
                <a:t> AI model, Smash+ fitness app, </a:t>
              </a:r>
              <a:r>
                <a:rPr lang="en-US" sz="1100" dirty="0" err="1">
                  <a:latin typeface="Overpass" pitchFamily="2" charset="0"/>
                </a:rPr>
                <a:t>Medicrowd</a:t>
              </a:r>
              <a:r>
                <a:rPr lang="en-US" sz="1100" dirty="0">
                  <a:latin typeface="Overpass" pitchFamily="2" charset="0"/>
                </a:rPr>
                <a:t> platform, </a:t>
              </a:r>
              <a:r>
                <a:rPr lang="en-US" sz="1100" dirty="0" err="1">
                  <a:latin typeface="Overpass" pitchFamily="2" charset="0"/>
                </a:rPr>
                <a:t>Yazamos</a:t>
              </a:r>
              <a:r>
                <a:rPr lang="en-US" sz="1100" dirty="0">
                  <a:latin typeface="Overpass" pitchFamily="2" charset="0"/>
                </a:rPr>
                <a:t> real estate solution).</a:t>
              </a:r>
            </a:p>
            <a:p>
              <a:pPr marL="85725" indent="-85725">
                <a:lnSpc>
                  <a:spcPct val="100000"/>
                </a:lnSpc>
                <a:spcBef>
                  <a:spcPts val="200"/>
                </a:spcBef>
                <a:spcAft>
                  <a:spcPts val="200"/>
                </a:spcAft>
                <a:buFont typeface="Arial" panose="020B0604020202020204" pitchFamily="34" charset="0"/>
                <a:buChar char="•"/>
              </a:pPr>
              <a:r>
                <a:rPr lang="en-US" sz="1100" dirty="0">
                  <a:latin typeface="Overpass" pitchFamily="2" charset="0"/>
                </a:rPr>
                <a:t>Define project milestones, resource allocation, and success KPIs to ensure timely execution.</a:t>
              </a:r>
              <a:endParaRPr lang="it-IT" sz="1100" i="1" dirty="0">
                <a:effectLst/>
                <a:latin typeface="Overpass" pitchFamily="2" charset="0"/>
                <a:ea typeface="Tahoma" panose="020B0604030504040204" pitchFamily="34" charset="0"/>
                <a:cs typeface="Tahoma" panose="020B060403050404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94532587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3">
      <a:dk1>
        <a:srgbClr val="000000"/>
      </a:dk1>
      <a:lt1>
        <a:srgbClr val="FFFFFF"/>
      </a:lt1>
      <a:dk2>
        <a:srgbClr val="0073E6"/>
      </a:dk2>
      <a:lt2>
        <a:srgbClr val="ECECEC"/>
      </a:lt2>
      <a:accent1>
        <a:srgbClr val="4253B3"/>
      </a:accent1>
      <a:accent2>
        <a:srgbClr val="9C93FF"/>
      </a:accent2>
      <a:accent3>
        <a:srgbClr val="AD547C"/>
      </a:accent3>
      <a:accent4>
        <a:srgbClr val="934DA5"/>
      </a:accent4>
      <a:accent5>
        <a:srgbClr val="6E50B4"/>
      </a:accent5>
      <a:accent6>
        <a:srgbClr val="4F5BB7"/>
      </a:accent6>
      <a:hlink>
        <a:srgbClr val="F83837"/>
      </a:hlink>
      <a:folHlink>
        <a:srgbClr val="58ACF6"/>
      </a:folHlink>
    </a:clrScheme>
    <a:fontScheme name="Custom 31">
      <a:majorFont>
        <a:latin typeface="Georgia"/>
        <a:ea typeface=""/>
        <a:cs typeface=""/>
      </a:majorFont>
      <a:minorFont>
        <a:latin typeface="Franklin Gothic Book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lassic-orchid-resume_win32_SL_v7.potx" id="{A787C318-3181-4A77-B7C8-5722A7A19F30}" vid="{C19FF49A-4F30-46C6-8079-C77920ACD5D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Classic orchid resume</Template>
  <TotalTime>131047</TotalTime>
  <Words>530</Words>
  <Application>Microsoft Office PowerPoint</Application>
  <PresentationFormat>Letter Paper (8.5x11 in)</PresentationFormat>
  <Paragraphs>33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Arial</vt:lpstr>
      <vt:lpstr>Calibri</vt:lpstr>
      <vt:lpstr>Franklin Gothic Book</vt:lpstr>
      <vt:lpstr>Georgia</vt:lpstr>
      <vt:lpstr>Overpass</vt:lpstr>
      <vt:lpstr>Office Theme</vt:lpstr>
      <vt:lpstr>INON BAASOV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Inon Baasov</dc:creator>
  <cp:lastModifiedBy>Inon Baasov</cp:lastModifiedBy>
  <cp:revision>14</cp:revision>
  <dcterms:created xsi:type="dcterms:W3CDTF">2024-07-25T09:15:15Z</dcterms:created>
  <dcterms:modified xsi:type="dcterms:W3CDTF">2025-10-29T11:29:36Z</dcterms:modified>
</cp:coreProperties>
</file>