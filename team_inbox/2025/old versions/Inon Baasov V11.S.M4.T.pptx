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221AC-4BA2-4588-BA0E-7015B6746075}" v="12" dt="2025-07-02T12:54:10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>
        <p:scale>
          <a:sx n="150" d="100"/>
          <a:sy n="150" d="100"/>
        </p:scale>
        <p:origin x="590" y="-2811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9FD49832-3D4D-4F07-B6D5-DAFE3790C569}"/>
    <pc:docChg chg="custSel modSld">
      <pc:chgData name="Inon Baasov" userId="675f8575db202d33" providerId="LiveId" clId="{9FD49832-3D4D-4F07-B6D5-DAFE3790C569}" dt="2025-04-23T12:24:29.003" v="528" actId="20577"/>
      <pc:docMkLst>
        <pc:docMk/>
      </pc:docMkLst>
      <pc:sldChg chg="delSp modSp mod">
        <pc:chgData name="Inon Baasov" userId="675f8575db202d33" providerId="LiveId" clId="{9FD49832-3D4D-4F07-B6D5-DAFE3790C569}" dt="2025-04-23T12:24:29.003" v="528" actId="20577"/>
        <pc:sldMkLst>
          <pc:docMk/>
          <pc:sldMk cId="1945325877" sldId="260"/>
        </pc:sldMkLst>
        <pc:spChg chg="mod">
          <ac:chgData name="Inon Baasov" userId="675f8575db202d33" providerId="LiveId" clId="{9FD49832-3D4D-4F07-B6D5-DAFE3790C569}" dt="2025-04-23T12:24:29.003" v="528" actId="20577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9FD49832-3D4D-4F07-B6D5-DAFE3790C569}" dt="2025-04-06T11:37:17.944" v="423" actId="1035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9FD49832-3D4D-4F07-B6D5-DAFE3790C569}" dt="2025-04-06T11:37:22.356" v="457" actId="1035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9FD49832-3D4D-4F07-B6D5-DAFE3790C569}" dt="2025-04-07T10:14:40.852" v="492" actId="113"/>
          <ac:spMkLst>
            <pc:docMk/>
            <pc:sldMk cId="1945325877" sldId="260"/>
            <ac:spMk id="11" creationId="{D6C75DF8-197B-BFD3-34D2-297D5EA3D213}"/>
          </ac:spMkLst>
        </pc:spChg>
        <pc:spChg chg="mod">
          <ac:chgData name="Inon Baasov" userId="675f8575db202d33" providerId="LiveId" clId="{9FD49832-3D4D-4F07-B6D5-DAFE3790C569}" dt="2025-04-07T10:17:35.285" v="519" actId="20577"/>
          <ac:spMkLst>
            <pc:docMk/>
            <pc:sldMk cId="1945325877" sldId="260"/>
            <ac:spMk id="154" creationId="{7B120799-BCC3-8E46-2EA5-CFAE368C1FC7}"/>
          </ac:spMkLst>
        </pc:spChg>
        <pc:grpChg chg="mod">
          <ac:chgData name="Inon Baasov" userId="675f8575db202d33" providerId="LiveId" clId="{9FD49832-3D4D-4F07-B6D5-DAFE3790C569}" dt="2025-04-06T09:49:29.886" v="136" actId="14100"/>
          <ac:grpSpMkLst>
            <pc:docMk/>
            <pc:sldMk cId="1945325877" sldId="260"/>
            <ac:grpSpMk id="12" creationId="{CA96F9C5-B4EE-2CE6-5E39-6D2B06DDBAA4}"/>
          </ac:grpSpMkLst>
        </pc:grpChg>
        <pc:grpChg chg="mod">
          <ac:chgData name="Inon Baasov" userId="675f8575db202d33" providerId="LiveId" clId="{9FD49832-3D4D-4F07-B6D5-DAFE3790C569}" dt="2025-04-06T09:46:41.182" v="47" actId="1035"/>
          <ac:grpSpMkLst>
            <pc:docMk/>
            <pc:sldMk cId="1945325877" sldId="260"/>
            <ac:grpSpMk id="236" creationId="{BA846034-E5B0-1F9D-ABEB-DA7831B54ABD}"/>
          </ac:grpSpMkLst>
        </pc:grpChg>
      </pc:sldChg>
    </pc:docChg>
  </pc:docChgLst>
  <pc:docChgLst>
    <pc:chgData name="Inon Baasov" userId="675f8575db202d33" providerId="LiveId" clId="{6F5221AC-4BA2-4588-BA0E-7015B6746075}"/>
    <pc:docChg chg="undo custSel modSld">
      <pc:chgData name="Inon Baasov" userId="675f8575db202d33" providerId="LiveId" clId="{6F5221AC-4BA2-4588-BA0E-7015B6746075}" dt="2025-07-02T13:00:17.763" v="338" actId="6549"/>
      <pc:docMkLst>
        <pc:docMk/>
      </pc:docMkLst>
      <pc:sldChg chg="addSp modSp mod">
        <pc:chgData name="Inon Baasov" userId="675f8575db202d33" providerId="LiveId" clId="{6F5221AC-4BA2-4588-BA0E-7015B6746075}" dt="2025-07-02T13:00:17.763" v="338" actId="6549"/>
        <pc:sldMkLst>
          <pc:docMk/>
          <pc:sldMk cId="1945325877" sldId="260"/>
        </pc:sldMkLst>
        <pc:spChg chg="mod">
          <ac:chgData name="Inon Baasov" userId="675f8575db202d33" providerId="LiveId" clId="{6F5221AC-4BA2-4588-BA0E-7015B6746075}" dt="2025-07-01T11:55:01.727" v="79"/>
          <ac:spMkLst>
            <pc:docMk/>
            <pc:sldMk cId="1945325877" sldId="260"/>
            <ac:spMk id="4" creationId="{A14E25B9-74B7-1D86-F100-61C9666B8B8B}"/>
          </ac:spMkLst>
        </pc:spChg>
        <pc:spChg chg="mod">
          <ac:chgData name="Inon Baasov" userId="675f8575db202d33" providerId="LiveId" clId="{6F5221AC-4BA2-4588-BA0E-7015B6746075}" dt="2025-07-01T12:10:54.131" v="246" actId="20577"/>
          <ac:spMkLst>
            <pc:docMk/>
            <pc:sldMk cId="1945325877" sldId="260"/>
            <ac:spMk id="5" creationId="{CD85A639-1B8A-878B-04BB-3EE82339007A}"/>
          </ac:spMkLst>
        </pc:spChg>
        <pc:spChg chg="add">
          <ac:chgData name="Inon Baasov" userId="675f8575db202d33" providerId="LiveId" clId="{6F5221AC-4BA2-4588-BA0E-7015B6746075}" dt="2025-07-02T12:51:53.787" v="248"/>
          <ac:spMkLst>
            <pc:docMk/>
            <pc:sldMk cId="1945325877" sldId="260"/>
            <ac:spMk id="7" creationId="{50AF2AA8-4780-33FA-7756-F0DA7654C838}"/>
          </ac:spMkLst>
        </pc:spChg>
        <pc:spChg chg="add mod">
          <ac:chgData name="Inon Baasov" userId="675f8575db202d33" providerId="LiveId" clId="{6F5221AC-4BA2-4588-BA0E-7015B6746075}" dt="2025-07-02T12:52:35.674" v="253"/>
          <ac:spMkLst>
            <pc:docMk/>
            <pc:sldMk cId="1945325877" sldId="260"/>
            <ac:spMk id="8" creationId="{6FADF4E1-7519-0F4F-3F9A-D254F51A304F}"/>
          </ac:spMkLst>
        </pc:spChg>
        <pc:spChg chg="mod">
          <ac:chgData name="Inon Baasov" userId="675f8575db202d33" providerId="LiveId" clId="{6F5221AC-4BA2-4588-BA0E-7015B6746075}" dt="2025-07-02T12:53:23.202" v="257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F5221AC-4BA2-4588-BA0E-7015B6746075}" dt="2025-07-02T12:53:23.202" v="257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F5221AC-4BA2-4588-BA0E-7015B6746075}" dt="2025-07-02T13:00:17.763" v="338" actId="6549"/>
          <ac:spMkLst>
            <pc:docMk/>
            <pc:sldMk cId="1945325877" sldId="260"/>
            <ac:spMk id="11" creationId="{D6C75DF8-197B-BFD3-34D2-297D5EA3D213}"/>
          </ac:spMkLst>
        </pc:spChg>
        <pc:spChg chg="add">
          <ac:chgData name="Inon Baasov" userId="675f8575db202d33" providerId="LiveId" clId="{6F5221AC-4BA2-4588-BA0E-7015B6746075}" dt="2025-07-02T12:52:49.842" v="254"/>
          <ac:spMkLst>
            <pc:docMk/>
            <pc:sldMk cId="1945325877" sldId="260"/>
            <ac:spMk id="13" creationId="{3439855B-A4E8-E2A9-EB11-2D43C7681AE1}"/>
          </ac:spMkLst>
        </pc:spChg>
        <pc:spChg chg="add mod">
          <ac:chgData name="Inon Baasov" userId="675f8575db202d33" providerId="LiveId" clId="{6F5221AC-4BA2-4588-BA0E-7015B6746075}" dt="2025-07-02T12:53:17.833" v="256" actId="21"/>
          <ac:spMkLst>
            <pc:docMk/>
            <pc:sldMk cId="1945325877" sldId="260"/>
            <ac:spMk id="14" creationId="{A6DAF56C-424A-53AF-D3F0-4B866CB7E67E}"/>
          </ac:spMkLst>
        </pc:spChg>
        <pc:spChg chg="mod">
          <ac:chgData name="Inon Baasov" userId="675f8575db202d33" providerId="LiveId" clId="{6F5221AC-4BA2-4588-BA0E-7015B6746075}" dt="2025-07-02T12:53:23.202" v="257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F5221AC-4BA2-4588-BA0E-7015B6746075}" dt="2025-07-02T12:53:23.202" v="257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F5221AC-4BA2-4588-BA0E-7015B6746075}" dt="2025-07-01T11:55:01.727" v="79"/>
          <ac:grpSpMkLst>
            <pc:docMk/>
            <pc:sldMk cId="1945325877" sldId="260"/>
            <ac:grpSpMk id="2" creationId="{E8F3DD04-3596-890A-0289-4F6EC51FBB48}"/>
          </ac:grpSpMkLst>
        </pc:grpChg>
        <pc:grpChg chg="mod">
          <ac:chgData name="Inon Baasov" userId="675f8575db202d33" providerId="LiveId" clId="{6F5221AC-4BA2-4588-BA0E-7015B6746075}" dt="2025-07-02T12:53:23.202" v="257"/>
          <ac:grpSpMkLst>
            <pc:docMk/>
            <pc:sldMk cId="1945325877" sldId="260"/>
            <ac:grpSpMk id="6" creationId="{D943FD8F-B645-F5DD-0443-9670451D8FB5}"/>
          </ac:grpSpMkLst>
        </pc:grpChg>
        <pc:grpChg chg="mod">
          <ac:chgData name="Inon Baasov" userId="675f8575db202d33" providerId="LiveId" clId="{6F5221AC-4BA2-4588-BA0E-7015B6746075}" dt="2025-07-02T12:53:23.202" v="257"/>
          <ac:grpSpMkLst>
            <pc:docMk/>
            <pc:sldMk cId="1945325877" sldId="260"/>
            <ac:grpSpMk id="12" creationId="{CA96F9C5-B4EE-2CE6-5E39-6D2B06DDBAA4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ouchetv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542821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33654"/>
            <a:ext cx="6486937" cy="1678697"/>
            <a:chOff x="2730795" y="1315393"/>
            <a:chExt cx="4090720" cy="2335584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90720" cy="201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Senior Product Executive</a:t>
              </a:r>
              <a:r>
                <a:rPr lang="en-US" sz="1100" dirty="0">
                  <a:latin typeface="Overpass" pitchFamily="2" charset="0"/>
                </a:rPr>
                <a:t> with 10+ years of experience leading diverse digital products for B2B2C cloud-based SaaS, AdTech, and E-commerce. My team and I achieved +22%/quarter adoption growth and secured $2.5 million in seed funding. Proven experience as </a:t>
              </a:r>
              <a:r>
                <a:rPr lang="en-US" sz="1100" b="1" dirty="0">
                  <a:latin typeface="Overpass" pitchFamily="2" charset="0"/>
                </a:rPr>
                <a:t>CPO</a:t>
              </a:r>
              <a:r>
                <a:rPr lang="en-US" sz="1100" dirty="0">
                  <a:latin typeface="Overpass" pitchFamily="2" charset="0"/>
                </a:rPr>
                <a:t> and </a:t>
              </a:r>
              <a:r>
                <a:rPr lang="en-US" sz="1100" b="1" dirty="0">
                  <a:latin typeface="Overpass" pitchFamily="2" charset="0"/>
                </a:rPr>
                <a:t>senior product owner/manager</a:t>
              </a:r>
              <a:r>
                <a:rPr lang="en-US" sz="1100" dirty="0">
                  <a:latin typeface="Overpass" pitchFamily="2" charset="0"/>
                </a:rPr>
                <a:t> - defining Product Strategy, marketing, pricing, product ROI, executing data-driven roadmaps, and driving user engagement through integrative product design, engineering, and data analytics. Expert in scaling cloud-based platforms, leveraging AI-powered insights, and optimizing </a:t>
              </a:r>
              <a:r>
                <a:rPr lang="en-US" sz="1100" b="1" dirty="0">
                  <a:latin typeface="Overpass" pitchFamily="2" charset="0"/>
                </a:rPr>
                <a:t>product-market fit</a:t>
              </a:r>
              <a:r>
                <a:rPr lang="en-US" sz="1100" dirty="0">
                  <a:latin typeface="Overpass" pitchFamily="2" charset="0"/>
                </a:rPr>
                <a:t>. Passionate about mentoring, solving complex challenges, building user-centric experiences, and driving </a:t>
              </a:r>
              <a:r>
                <a:rPr lang="en-US" sz="1100" b="1" dirty="0">
                  <a:latin typeface="Overpass" pitchFamily="2" charset="0"/>
                </a:rPr>
                <a:t>revenue</a:t>
              </a:r>
              <a:endParaRPr lang="en-US" sz="1100" dirty="0">
                <a:latin typeface="Overpass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701236"/>
            <a:ext cx="6413072" cy="4864116"/>
            <a:chOff x="78398" y="3474258"/>
            <a:chExt cx="6718755" cy="41223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122378"/>
              <a:chOff x="-24741" y="2630067"/>
              <a:chExt cx="6949855" cy="3197158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253887"/>
                <a:ext cx="6943718" cy="10056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Senior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b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Agile practices that reduced time-to-market by 20% while managing global development teams and third-party UI/UX partners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Driving 15% business growth and +22% user adoption. Developed and executed data-driven roadmaps to optimize product performance and elevate user engagement.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Leveraged hands-on product management expertise that laid the foundation for my </a:t>
                </a:r>
                <a:r>
                  <a:rPr lang="en-US" sz="1100">
                    <a:latin typeface="Overpass" pitchFamily="2" charset="0"/>
                  </a:rPr>
                  <a:t>later advanced roles </a:t>
                </a:r>
                <a:r>
                  <a:rPr lang="en-US" sz="1100" dirty="0">
                    <a:latin typeface="Overpass" pitchFamily="2" charset="0"/>
                  </a:rPr>
                  <a:t>as Co-Founder &amp; CPO, ensuring seamless strategic and operational continuity. 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238601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529874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5817"/>
              <a:ext cx="6713716" cy="1847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b="1" dirty="0">
                  <a:latin typeface="Overpass" pitchFamily="2" charset="0"/>
                </a:rPr>
                <a:t>Co-Founder &amp; Chief Product Officer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Crafted and executed a visionary product strategy for an AI-infused </a:t>
              </a:r>
              <a:r>
                <a:rPr lang="en-US" altLang="en-IL" sz="1100" dirty="0">
                  <a:latin typeface="Overpass" pitchFamily="2" charset="0"/>
                </a:rPr>
                <a:t>interactive </a:t>
              </a:r>
              <a:r>
                <a:rPr lang="en-IL" altLang="en-IL" sz="1100" dirty="0">
                  <a:latin typeface="Overpass" pitchFamily="2" charset="0"/>
                </a:rPr>
                <a:t>video platform, securing $2.5M in seed funding.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Built a unified, data-driven roadmap, using </a:t>
              </a:r>
              <a:r>
                <a:rPr lang="en-IL" altLang="en-IL" sz="1100" dirty="0" err="1">
                  <a:latin typeface="Overpass" pitchFamily="2" charset="0"/>
                </a:rPr>
                <a:t>OKRs</a:t>
              </a:r>
              <a:r>
                <a:rPr lang="en-IL" altLang="en-IL" sz="1100" dirty="0">
                  <a:latin typeface="Overpass" pitchFamily="2" charset="0"/>
                </a:rPr>
                <a:t> and strategic </a:t>
              </a:r>
              <a:r>
                <a:rPr lang="en-IL" altLang="en-IL" sz="1100" dirty="0" err="1">
                  <a:latin typeface="Overpass" pitchFamily="2" charset="0"/>
                </a:rPr>
                <a:t>KPIs</a:t>
              </a:r>
              <a:r>
                <a:rPr lang="en-IL" altLang="en-IL" sz="1100" dirty="0">
                  <a:latin typeface="Overpass" pitchFamily="2" charset="0"/>
                </a:rPr>
                <a:t> to optimize engagement, retention, and monetization for enterprise and agency users.</a:t>
              </a:r>
              <a:r>
                <a:rPr lang="en-US" altLang="en-IL" sz="1100" dirty="0">
                  <a:latin typeface="Overpass" pitchFamily="2" charset="0"/>
                </a:rPr>
                <a:t> I led the</a:t>
              </a:r>
              <a:r>
                <a:rPr lang="en-IL" altLang="en-IL" sz="1100" dirty="0">
                  <a:latin typeface="Overpass" pitchFamily="2" charset="0"/>
                </a:rPr>
                <a:t> product development across Web, Mobile, and Smart‑TV, ensuring a cohesive, user-centric UX/UI under an Agile framework.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Scaled a global, cross-functional team, overseeing design, engineering, QA, and data analytics</a:t>
              </a:r>
              <a:r>
                <a:rPr lang="en-US" altLang="en-IL" sz="1100" dirty="0">
                  <a:latin typeface="Overpass" pitchFamily="2" charset="0"/>
                </a:rPr>
                <a:t>. While</a:t>
              </a:r>
              <a:r>
                <a:rPr lang="en-IL" altLang="en-IL" sz="1100" dirty="0">
                  <a:latin typeface="Overpass" pitchFamily="2" charset="0"/>
                </a:rPr>
                <a:t> </a:t>
              </a:r>
              <a:r>
                <a:rPr lang="en-US" altLang="en-IL" sz="1100" dirty="0">
                  <a:latin typeface="Overpass" pitchFamily="2" charset="0"/>
                </a:rPr>
                <a:t>mentoring</a:t>
              </a:r>
              <a:r>
                <a:rPr lang="en-IL" altLang="en-IL" sz="1100" dirty="0">
                  <a:latin typeface="Overpass" pitchFamily="2" charset="0"/>
                </a:rPr>
                <a:t> future product leaders.</a:t>
              </a:r>
              <a:r>
                <a:rPr lang="en-US" altLang="en-IL" sz="1100" dirty="0">
                  <a:latin typeface="Overpass" pitchFamily="2" charset="0"/>
                </a:rPr>
                <a:t> </a:t>
              </a:r>
              <a:r>
                <a:rPr lang="en-IL" altLang="en-IL" sz="1100" dirty="0">
                  <a:latin typeface="Overpass" pitchFamily="2" charset="0"/>
                </a:rPr>
                <a:t>Drove platform scalability and resilience with strategic third‑party integrations and robust cloud infrastructure processes.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Forged key partnerships with enterprise clients and tech platforms, accelerating GTM strategy and expanding market </a:t>
              </a:r>
              <a:r>
                <a:rPr lang="en-IL" altLang="en-IL" sz="1100">
                  <a:latin typeface="Overpass" pitchFamily="2" charset="0"/>
                </a:rPr>
                <a:t>reach.</a:t>
              </a:r>
              <a:endParaRPr lang="en-IL" altLang="en-IL" sz="1100" dirty="0">
                <a:latin typeface="Overpass" pitchFamily="2" charset="0"/>
              </a:endParaRPr>
            </a:p>
          </p:txBody>
        </p:sp>
      </p:grpSp>
      <p:sp>
        <p:nvSpPr>
          <p:cNvPr id="14" name="Rectangle 4">
            <a:extLst>
              <a:ext uri="{FF2B5EF4-FFF2-40B4-BE49-F238E27FC236}">
                <a16:creationId xmlns:a16="http://schemas.microsoft.com/office/drawing/2014/main" id="{A6DAF56C-424A-53AF-D3F0-4B866CB7E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99697</TotalTime>
  <Words>459</Words>
  <Application>Microsoft Office PowerPoint</Application>
  <PresentationFormat>Letter Paper (8.5x11 in)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9</cp:revision>
  <dcterms:created xsi:type="dcterms:W3CDTF">2024-07-25T09:15:15Z</dcterms:created>
  <dcterms:modified xsi:type="dcterms:W3CDTF">2025-07-02T13:00:25Z</dcterms:modified>
</cp:coreProperties>
</file>