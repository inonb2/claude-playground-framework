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handoutMasterIdLst>
    <p:handoutMasterId r:id="rId4"/>
  </p:handoutMasterIdLst>
  <p:sldIdLst>
    <p:sldId id="260" r:id="rId2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472" userDrawn="1">
          <p15:clr>
            <a:srgbClr val="A4A3A4"/>
          </p15:clr>
        </p15:guide>
        <p15:guide id="2" pos="264" userDrawn="1">
          <p15:clr>
            <a:srgbClr val="A4A3A4"/>
          </p15:clr>
        </p15:guide>
        <p15:guide id="3" pos="4056" userDrawn="1">
          <p15:clr>
            <a:srgbClr val="A4A3A4"/>
          </p15:clr>
        </p15:guide>
        <p15:guide id="4" orient="horz" pos="480" userDrawn="1">
          <p15:clr>
            <a:srgbClr val="A4A3A4"/>
          </p15:clr>
        </p15:guide>
        <p15:guide id="5" pos="220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ABE2"/>
    <a:srgbClr val="5E429C"/>
    <a:srgbClr val="4E3781"/>
    <a:srgbClr val="7233FF"/>
    <a:srgbClr val="726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5533B-C8F4-46B9-A8EA-9C21A751002D}" v="7" dt="2025-07-06T11:10:58.77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1" autoAdjust="0"/>
    <p:restoredTop sz="95223" autoAdjust="0"/>
  </p:normalViewPr>
  <p:slideViewPr>
    <p:cSldViewPr snapToGrid="0" snapToObjects="1" showGuides="1">
      <p:cViewPr>
        <p:scale>
          <a:sx n="100" d="100"/>
          <a:sy n="100" d="100"/>
        </p:scale>
        <p:origin x="1670" y="-1495"/>
      </p:cViewPr>
      <p:guideLst>
        <p:guide orient="horz" pos="5472"/>
        <p:guide pos="264"/>
        <p:guide pos="4056"/>
        <p:guide orient="horz" pos="480"/>
        <p:guide pos="220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5" d="100"/>
          <a:sy n="65" d="100"/>
        </p:scale>
        <p:origin x="3082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8/10/relationships/authors" Target="authors.xml"/><Relationship Id="rId4" Type="http://schemas.openxmlformats.org/officeDocument/2006/relationships/handoutMaster" Target="handoutMasters/handoutMaster1.xml"/><Relationship Id="rId9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23628FB-09C0-9218-8AD8-484522160E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3108960" cy="9144000"/>
          </a:xfrm>
          <a:prstGeom prst="rect">
            <a:avLst/>
          </a:prstGeom>
          <a:solidFill>
            <a:schemeClr val="accent5">
              <a:lumMod val="40000"/>
              <a:lumOff val="6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FB405A6-4054-4F5B-DFE8-CC8F1C8A40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5982" y="334437"/>
            <a:ext cx="2547906" cy="1767417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5" name="Subtitle 1">
            <a:extLst>
              <a:ext uri="{FF2B5EF4-FFF2-40B4-BE49-F238E27FC236}">
                <a16:creationId xmlns:a16="http://schemas.microsoft.com/office/drawing/2014/main" id="{B5BBB822-3F61-8847-9FE1-AC2152B707D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5982" y="216116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BB9DCF0-3C53-572B-BEDB-E6FF6DAEEE8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93639" y="2534671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Text Placeholder 1">
            <a:extLst>
              <a:ext uri="{FF2B5EF4-FFF2-40B4-BE49-F238E27FC236}">
                <a16:creationId xmlns:a16="http://schemas.microsoft.com/office/drawing/2014/main" id="{848FBFDE-1CD7-2BB9-4D11-81BF1341E12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08603" y="2531944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D02C291-F6CF-ACA7-A85C-5A6C846621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93639" y="2783314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A07DDA14-3480-A3E9-1F0C-6BFCC39A012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08603" y="2782446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738550BD-6F22-25CD-EC94-B9BAA332E79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93639" y="3043387"/>
            <a:ext cx="201168" cy="201168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DD77BF0B-2F4E-26FF-6061-CE3BA6AE8A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08603" y="3039200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DD302E13-9436-7180-A8BD-EA7BB15859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5982" y="3556211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1F5ACFB8-6727-BA0B-8F16-5BD074AF867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46524" y="394461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9" name="Text Placeholder 5">
            <a:extLst>
              <a:ext uri="{FF2B5EF4-FFF2-40B4-BE49-F238E27FC236}">
                <a16:creationId xmlns:a16="http://schemas.microsoft.com/office/drawing/2014/main" id="{5537FE34-0820-E912-112A-604D2E8B6F7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8163" y="4134291"/>
            <a:ext cx="2255838" cy="564352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7" name="Subtitle 3">
            <a:extLst>
              <a:ext uri="{FF2B5EF4-FFF2-40B4-BE49-F238E27FC236}">
                <a16:creationId xmlns:a16="http://schemas.microsoft.com/office/drawing/2014/main" id="{87ABDC44-9CB6-639F-8113-C39B4DC57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4259" y="4854087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54" name="Text Placeholder 7">
            <a:extLst>
              <a:ext uri="{FF2B5EF4-FFF2-40B4-BE49-F238E27FC236}">
                <a16:creationId xmlns:a16="http://schemas.microsoft.com/office/drawing/2014/main" id="{25B77BB7-8B1E-B710-335A-667CFA293FA8}"/>
              </a:ext>
            </a:extLst>
          </p:cNvPr>
          <p:cNvSpPr>
            <a:spLocks noGrp="1"/>
          </p:cNvSpPr>
          <p:nvPr userDrawn="1">
            <p:ph type="body" sz="quarter" idx="45" hasCustomPrompt="1"/>
          </p:nvPr>
        </p:nvSpPr>
        <p:spPr>
          <a:xfrm>
            <a:off x="436483" y="528716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205191D3-01D5-CF69-3362-65A63E79FFFB}"/>
              </a:ext>
            </a:extLst>
          </p:cNvPr>
          <p:cNvSpPr>
            <a:spLocks noGrp="1"/>
          </p:cNvSpPr>
          <p:nvPr userDrawn="1">
            <p:ph type="body" sz="quarter" idx="50" hasCustomPrompt="1"/>
          </p:nvPr>
        </p:nvSpPr>
        <p:spPr>
          <a:xfrm>
            <a:off x="436483" y="5287168"/>
            <a:ext cx="1307592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7B91F810-8716-53AA-45FC-BEB0D903510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53790" y="534274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5100E32E-1E3F-0B39-F82A-95CA4FABA806}"/>
              </a:ext>
            </a:extLst>
          </p:cNvPr>
          <p:cNvSpPr>
            <a:spLocks noGrp="1"/>
          </p:cNvSpPr>
          <p:nvPr userDrawn="1">
            <p:ph type="body" sz="quarter" idx="46" hasCustomPrompt="1"/>
          </p:nvPr>
        </p:nvSpPr>
        <p:spPr>
          <a:xfrm>
            <a:off x="436483" y="5648288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7" name="Text Placeholder 7">
            <a:extLst>
              <a:ext uri="{FF2B5EF4-FFF2-40B4-BE49-F238E27FC236}">
                <a16:creationId xmlns:a16="http://schemas.microsoft.com/office/drawing/2014/main" id="{4E4A64E9-E99A-661C-14D2-3651D11A4D39}"/>
              </a:ext>
            </a:extLst>
          </p:cNvPr>
          <p:cNvSpPr>
            <a:spLocks noGrp="1"/>
          </p:cNvSpPr>
          <p:nvPr userDrawn="1">
            <p:ph type="body" sz="quarter" idx="51" hasCustomPrompt="1"/>
          </p:nvPr>
        </p:nvSpPr>
        <p:spPr>
          <a:xfrm>
            <a:off x="436483" y="5648288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1" name="Text Placeholder 7">
            <a:extLst>
              <a:ext uri="{FF2B5EF4-FFF2-40B4-BE49-F238E27FC236}">
                <a16:creationId xmlns:a16="http://schemas.microsoft.com/office/drawing/2014/main" id="{374C7F2F-446E-F9EB-F954-E1237F4FB3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53790" y="5704696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72285F55-A7F4-BFBA-87CF-6E9EC63501EA}"/>
              </a:ext>
            </a:extLst>
          </p:cNvPr>
          <p:cNvSpPr>
            <a:spLocks noGrp="1"/>
          </p:cNvSpPr>
          <p:nvPr userDrawn="1">
            <p:ph type="body" sz="quarter" idx="47" hasCustomPrompt="1"/>
          </p:nvPr>
        </p:nvSpPr>
        <p:spPr>
          <a:xfrm>
            <a:off x="436483" y="6014191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861B721E-905B-B616-1FDC-23DA0F8D7988}"/>
              </a:ext>
            </a:extLst>
          </p:cNvPr>
          <p:cNvSpPr>
            <a:spLocks noGrp="1"/>
          </p:cNvSpPr>
          <p:nvPr userDrawn="1">
            <p:ph type="body" sz="quarter" idx="52" hasCustomPrompt="1"/>
          </p:nvPr>
        </p:nvSpPr>
        <p:spPr>
          <a:xfrm>
            <a:off x="436483" y="6014191"/>
            <a:ext cx="1737360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4" name="Text Placeholder 8">
            <a:extLst>
              <a:ext uri="{FF2B5EF4-FFF2-40B4-BE49-F238E27FC236}">
                <a16:creationId xmlns:a16="http://schemas.microsoft.com/office/drawing/2014/main" id="{70A1DD9E-5637-BED4-D81D-26769E3A1D9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3790" y="608174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0" name="Text Placeholder 7">
            <a:extLst>
              <a:ext uri="{FF2B5EF4-FFF2-40B4-BE49-F238E27FC236}">
                <a16:creationId xmlns:a16="http://schemas.microsoft.com/office/drawing/2014/main" id="{68195B5E-5A92-9DF8-69E6-1FDEF8625DA3}"/>
              </a:ext>
            </a:extLst>
          </p:cNvPr>
          <p:cNvSpPr>
            <a:spLocks noGrp="1"/>
          </p:cNvSpPr>
          <p:nvPr userDrawn="1">
            <p:ph type="body" sz="quarter" idx="48" hasCustomPrompt="1"/>
          </p:nvPr>
        </p:nvSpPr>
        <p:spPr>
          <a:xfrm>
            <a:off x="436483" y="6380715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9C13429E-3EB9-27EB-6C4C-198B8A05AE09}"/>
              </a:ext>
            </a:extLst>
          </p:cNvPr>
          <p:cNvSpPr>
            <a:spLocks noGrp="1"/>
          </p:cNvSpPr>
          <p:nvPr userDrawn="1">
            <p:ph type="body" sz="quarter" idx="53" hasCustomPrompt="1"/>
          </p:nvPr>
        </p:nvSpPr>
        <p:spPr>
          <a:xfrm>
            <a:off x="436483" y="6380715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30F8E052-026B-A2C7-00F9-5A8191673A2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982" y="6442879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EFFA591-7752-F08D-E538-700399739FF7}"/>
              </a:ext>
            </a:extLst>
          </p:cNvPr>
          <p:cNvSpPr>
            <a:spLocks noGrp="1"/>
          </p:cNvSpPr>
          <p:nvPr userDrawn="1">
            <p:ph type="body" sz="quarter" idx="49" hasCustomPrompt="1"/>
          </p:nvPr>
        </p:nvSpPr>
        <p:spPr>
          <a:xfrm>
            <a:off x="436483" y="6747843"/>
            <a:ext cx="1828800" cy="64008"/>
          </a:xfrm>
          <a:solidFill>
            <a:schemeClr val="accent5">
              <a:lumMod val="60000"/>
              <a:lumOff val="40000"/>
            </a:schemeClr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63" name="Text Placeholder 7">
            <a:extLst>
              <a:ext uri="{FF2B5EF4-FFF2-40B4-BE49-F238E27FC236}">
                <a16:creationId xmlns:a16="http://schemas.microsoft.com/office/drawing/2014/main" id="{84336FE2-8214-1829-A7AF-834DFC3FBA72}"/>
              </a:ext>
            </a:extLst>
          </p:cNvPr>
          <p:cNvSpPr>
            <a:spLocks noGrp="1"/>
          </p:cNvSpPr>
          <p:nvPr userDrawn="1">
            <p:ph type="body" sz="quarter" idx="54" hasCustomPrompt="1"/>
          </p:nvPr>
        </p:nvSpPr>
        <p:spPr>
          <a:xfrm>
            <a:off x="436483" y="6747843"/>
            <a:ext cx="1435608" cy="64008"/>
          </a:xfrm>
          <a:solidFill>
            <a:schemeClr val="accent5"/>
          </a:solidFill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00" b="0" cap="all" spc="80" baseline="0">
                <a:noFill/>
                <a:latin typeface="+mn-lt"/>
              </a:defRPr>
            </a:lvl1pPr>
            <a:lvl2pPr marL="342900" indent="0">
              <a:buNone/>
              <a:defRPr sz="1000" b="1">
                <a:latin typeface="+mn-lt"/>
              </a:defRPr>
            </a:lvl2pPr>
            <a:lvl3pPr marL="685800" indent="0">
              <a:buNone/>
              <a:defRPr sz="1000" b="1">
                <a:latin typeface="+mn-lt"/>
              </a:defRPr>
            </a:lvl3pPr>
            <a:lvl4pPr marL="1028700" indent="0">
              <a:buNone/>
              <a:defRPr sz="1000" b="1">
                <a:latin typeface="+mn-lt"/>
              </a:defRPr>
            </a:lvl4pPr>
            <a:lvl5pPr marL="1371600" indent="0">
              <a:buNone/>
              <a:defRPr sz="1000" b="1">
                <a:latin typeface="+mn-lt"/>
              </a:defRPr>
            </a:lvl5pPr>
          </a:lstStyle>
          <a:p>
            <a:pPr lvl="0"/>
            <a:r>
              <a:rPr lang="en-US" dirty="0"/>
              <a:t>Skill</a:t>
            </a:r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2D92D201-D478-AF77-91E0-D694221200A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259" y="6806974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Subtitle 4">
            <a:extLst>
              <a:ext uri="{FF2B5EF4-FFF2-40B4-BE49-F238E27FC236}">
                <a16:creationId xmlns:a16="http://schemas.microsoft.com/office/drawing/2014/main" id="{16EB345E-375D-D8CB-E3AB-9902A9952D6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6223" y="7318775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C77B420B-6BBC-FE4B-C5A3-C2ACD2A877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8163" y="7694677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8" name="Text Placeholder 12">
            <a:extLst>
              <a:ext uri="{FF2B5EF4-FFF2-40B4-BE49-F238E27FC236}">
                <a16:creationId xmlns:a16="http://schemas.microsoft.com/office/drawing/2014/main" id="{31D5C524-3FAF-06D9-E34A-A072BA1EE26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8163" y="7959091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9" name="Text Placeholder 13">
            <a:extLst>
              <a:ext uri="{FF2B5EF4-FFF2-40B4-BE49-F238E27FC236}">
                <a16:creationId xmlns:a16="http://schemas.microsoft.com/office/drawing/2014/main" id="{C2968ADF-5ABD-381F-F8DE-1924F7AE71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48163" y="8189832"/>
            <a:ext cx="2255838" cy="224028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Subtitle 5">
            <a:extLst>
              <a:ext uri="{FF2B5EF4-FFF2-40B4-BE49-F238E27FC236}">
                <a16:creationId xmlns:a16="http://schemas.microsoft.com/office/drawing/2014/main" id="{57B755CC-C1F4-1BA2-EE05-6161797B11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411232" y="727563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701F2F4-7594-5D03-D154-7ABCBE39DC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411232" y="112122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BBFCDBE8-D7C4-CF4F-E94C-BBB350E776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11232" y="131090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6EACADD5-0C03-B318-5BE9-37EFC79D590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11232" y="152848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4" name="Text Placeholder 17">
            <a:extLst>
              <a:ext uri="{FF2B5EF4-FFF2-40B4-BE49-F238E27FC236}">
                <a16:creationId xmlns:a16="http://schemas.microsoft.com/office/drawing/2014/main" id="{E6E42F90-B451-B5B0-7FE5-99BD43EE4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11232" y="1752954"/>
            <a:ext cx="2957512" cy="127585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231BB45D-9F27-B4AC-930B-75553AB2F6D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11232" y="3082197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9">
            <a:extLst>
              <a:ext uri="{FF2B5EF4-FFF2-40B4-BE49-F238E27FC236}">
                <a16:creationId xmlns:a16="http://schemas.microsoft.com/office/drawing/2014/main" id="{79396527-1343-6E5F-01F2-7F6787FC0A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11232" y="3302355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5DD329E3-4DD8-5AAB-F563-041FA3DA46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11232" y="351994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AEF84B5D-0AD9-27D5-7981-DC077EDAA1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11232" y="3762696"/>
            <a:ext cx="3050796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3DE965BF-79E4-51BB-D900-79E59887459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11232" y="4886903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3" name="Text Placeholder 23">
            <a:extLst>
              <a:ext uri="{FF2B5EF4-FFF2-40B4-BE49-F238E27FC236}">
                <a16:creationId xmlns:a16="http://schemas.microsoft.com/office/drawing/2014/main" id="{9045A0A8-0EF1-B403-236A-2DF3B7A058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11232" y="5076581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1E1250C8-A56F-54E4-2F74-E8111C1EBBF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11232" y="5306359"/>
            <a:ext cx="2255838" cy="207705"/>
          </a:xfrm>
        </p:spPr>
        <p:txBody>
          <a:bodyPr>
            <a:noAutofit/>
          </a:bodyPr>
          <a:lstStyle>
            <a:lvl1pPr marL="0" indent="0">
              <a:buNone/>
              <a:defRPr sz="8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5" name="Text Placeholder 25">
            <a:extLst>
              <a:ext uri="{FF2B5EF4-FFF2-40B4-BE49-F238E27FC236}">
                <a16:creationId xmlns:a16="http://schemas.microsoft.com/office/drawing/2014/main" id="{49A63675-1646-B628-7CDF-CC4F1FB368D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411232" y="5543018"/>
            <a:ext cx="3045044" cy="1091391"/>
          </a:xfrm>
        </p:spPr>
        <p:txBody>
          <a:bodyPr>
            <a:noAutofit/>
          </a:bodyPr>
          <a:lstStyle>
            <a:lvl1pPr marL="0" indent="0">
              <a:lnSpc>
                <a:spcPts val="1500"/>
              </a:lnSpc>
              <a:buNone/>
              <a:defRPr sz="1000" b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Subtitle 6">
            <a:extLst>
              <a:ext uri="{FF2B5EF4-FFF2-40B4-BE49-F238E27FC236}">
                <a16:creationId xmlns:a16="http://schemas.microsoft.com/office/drawing/2014/main" id="{99A0F316-873B-EF84-45C8-62541070FCF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11232" y="6865150"/>
            <a:ext cx="2255838" cy="409575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5"/>
                </a:solidFill>
                <a:latin typeface="+mj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26">
            <a:extLst>
              <a:ext uri="{FF2B5EF4-FFF2-40B4-BE49-F238E27FC236}">
                <a16:creationId xmlns:a16="http://schemas.microsoft.com/office/drawing/2014/main" id="{4D514417-B19E-BA52-F9B2-8DCF47F55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411232" y="7245402"/>
            <a:ext cx="2255838" cy="1288998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000" b="0" cap="all" baseline="0">
                <a:solidFill>
                  <a:schemeClr val="tx1"/>
                </a:solidFill>
                <a:latin typeface="+mn-lt"/>
              </a:defRPr>
            </a:lvl1pPr>
            <a:lvl2pPr marL="342900" indent="0">
              <a:buNone/>
              <a:defRPr sz="1000" b="1"/>
            </a:lvl2pPr>
            <a:lvl3pPr marL="685800" indent="0">
              <a:buNone/>
              <a:defRPr sz="1000" b="1"/>
            </a:lvl3pPr>
            <a:lvl4pPr marL="1028700" indent="0">
              <a:buNone/>
              <a:defRPr sz="1000" b="1"/>
            </a:lvl4pPr>
            <a:lvl5pPr marL="1371600" indent="0">
              <a:buNone/>
              <a:defRPr sz="1000" b="1"/>
            </a:lvl5pPr>
          </a:lstStyle>
          <a:p>
            <a:pPr lvl="0"/>
            <a:r>
              <a:rPr lang="en-US" dirty="0"/>
              <a:t>ADD TEXT HERE</a:t>
            </a:r>
          </a:p>
        </p:txBody>
      </p:sp>
    </p:spTree>
    <p:extLst>
      <p:ext uri="{BB962C8B-B14F-4D97-AF65-F5344CB8AC3E}">
        <p14:creationId xmlns:p14="http://schemas.microsoft.com/office/powerpoint/2010/main" val="310476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E8C10ABA-8587-C140-975A-2657A46279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9684" y="406653"/>
            <a:ext cx="5131177" cy="535531"/>
          </a:xfrm>
        </p:spPr>
        <p:txBody>
          <a:bodyPr lIns="0" rIns="0">
            <a:noAutofit/>
          </a:bodyPr>
          <a:lstStyle>
            <a:lvl1pPr>
              <a:defRPr sz="3600" b="0" i="0">
                <a:solidFill>
                  <a:schemeClr val="accent4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NAME HERE</a:t>
            </a:r>
          </a:p>
        </p:txBody>
      </p:sp>
      <p:sp>
        <p:nvSpPr>
          <p:cNvPr id="20" name="Text Placeholder 18" hidden="1">
            <a:extLst>
              <a:ext uri="{FF2B5EF4-FFF2-40B4-BE49-F238E27FC236}">
                <a16:creationId xmlns:a16="http://schemas.microsoft.com/office/drawing/2014/main" id="{5B977851-1691-7D44-B07D-01B553D099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64815" y="6296395"/>
            <a:ext cx="1534463" cy="23431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EDUCATION</a:t>
            </a:r>
          </a:p>
        </p:txBody>
      </p:sp>
      <p:sp>
        <p:nvSpPr>
          <p:cNvPr id="25" name="Text Placeholder 18" hidden="1">
            <a:extLst>
              <a:ext uri="{FF2B5EF4-FFF2-40B4-BE49-F238E27FC236}">
                <a16:creationId xmlns:a16="http://schemas.microsoft.com/office/drawing/2014/main" id="{420A5075-C2B7-444D-BC6C-6938ACA01FF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00528" y="6603863"/>
            <a:ext cx="1359978" cy="271074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School Name</a:t>
            </a:r>
          </a:p>
        </p:txBody>
      </p:sp>
      <p:sp>
        <p:nvSpPr>
          <p:cNvPr id="30" name="Text Placeholder 18" hidden="1">
            <a:extLst>
              <a:ext uri="{FF2B5EF4-FFF2-40B4-BE49-F238E27FC236}">
                <a16:creationId xmlns:a16="http://schemas.microsoft.com/office/drawing/2014/main" id="{5C2D1E8C-5EC6-3F41-93FE-E77D60FCAF9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00528" y="6843268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[Date From]-[To]</a:t>
            </a:r>
          </a:p>
        </p:txBody>
      </p:sp>
      <p:sp>
        <p:nvSpPr>
          <p:cNvPr id="31" name="Text Placeholder 18" hidden="1">
            <a:extLst>
              <a:ext uri="{FF2B5EF4-FFF2-40B4-BE49-F238E27FC236}">
                <a16:creationId xmlns:a16="http://schemas.microsoft.com/office/drawing/2014/main" id="{5262C941-7E67-EA41-A288-3F705E28D28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00528" y="7036079"/>
            <a:ext cx="1359978" cy="20366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 i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[Name of Degree]</a:t>
            </a:r>
          </a:p>
        </p:txBody>
      </p:sp>
      <p:sp>
        <p:nvSpPr>
          <p:cNvPr id="42" name="Text Placeholder 18" hidden="1">
            <a:extLst>
              <a:ext uri="{FF2B5EF4-FFF2-40B4-BE49-F238E27FC236}">
                <a16:creationId xmlns:a16="http://schemas.microsoft.com/office/drawing/2014/main" id="{BF56832D-FE58-2F46-9555-1CCA6C0981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04434" y="7040230"/>
            <a:ext cx="693702" cy="202510"/>
          </a:xfrm>
        </p:spPr>
        <p:txBody>
          <a:bodyPr lIns="0" rIns="0" anchor="ctr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GPA</a:t>
            </a:r>
          </a:p>
        </p:txBody>
      </p:sp>
      <p:sp>
        <p:nvSpPr>
          <p:cNvPr id="43" name="Text Placeholder 18" hidden="1">
            <a:extLst>
              <a:ext uri="{FF2B5EF4-FFF2-40B4-BE49-F238E27FC236}">
                <a16:creationId xmlns:a16="http://schemas.microsoft.com/office/drawing/2014/main" id="{FDF93C53-2C8A-884C-B211-EF7B46AB7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04434" y="6653422"/>
            <a:ext cx="693702" cy="393552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4.0</a:t>
            </a:r>
          </a:p>
        </p:txBody>
      </p:sp>
      <p:sp>
        <p:nvSpPr>
          <p:cNvPr id="96" name="Text Placeholder 8" hidden="1">
            <a:extLst>
              <a:ext uri="{FF2B5EF4-FFF2-40B4-BE49-F238E27FC236}">
                <a16:creationId xmlns:a16="http://schemas.microsoft.com/office/drawing/2014/main" id="{2B1A41A9-8C5A-224E-9B99-968DDF5B82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79684" y="1569344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97" name="Text Placeholder 8" hidden="1">
            <a:extLst>
              <a:ext uri="{FF2B5EF4-FFF2-40B4-BE49-F238E27FC236}">
                <a16:creationId xmlns:a16="http://schemas.microsoft.com/office/drawing/2014/main" id="{621A3ADB-23BD-8F43-BACD-95921D4463F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79684" y="1860357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98" name="Text Placeholder 8" hidden="1">
            <a:extLst>
              <a:ext uri="{FF2B5EF4-FFF2-40B4-BE49-F238E27FC236}">
                <a16:creationId xmlns:a16="http://schemas.microsoft.com/office/drawing/2014/main" id="{D6D17EAF-2F02-AA4A-8E44-8B309C23BE7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79684" y="2056280"/>
            <a:ext cx="2925612" cy="684375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99" name="Text Placeholder 8" hidden="1">
            <a:extLst>
              <a:ext uri="{FF2B5EF4-FFF2-40B4-BE49-F238E27FC236}">
                <a16:creationId xmlns:a16="http://schemas.microsoft.com/office/drawing/2014/main" id="{6E210A9C-46CF-E34B-8A51-F4EB49C0E81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79684" y="1145426"/>
            <a:ext cx="2925613" cy="293251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2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EXPERIENCE</a:t>
            </a:r>
          </a:p>
        </p:txBody>
      </p:sp>
      <p:sp>
        <p:nvSpPr>
          <p:cNvPr id="104" name="Text Placeholder 8" hidden="1">
            <a:extLst>
              <a:ext uri="{FF2B5EF4-FFF2-40B4-BE49-F238E27FC236}">
                <a16:creationId xmlns:a16="http://schemas.microsoft.com/office/drawing/2014/main" id="{5B112CE7-45E8-2E43-A633-DB4096453E1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79684" y="2840591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5" name="Text Placeholder 8" hidden="1">
            <a:extLst>
              <a:ext uri="{FF2B5EF4-FFF2-40B4-BE49-F238E27FC236}">
                <a16:creationId xmlns:a16="http://schemas.microsoft.com/office/drawing/2014/main" id="{57C75573-1BA8-C749-8829-0A0E96DACB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79684" y="3131604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6" name="Text Placeholder 8" hidden="1">
            <a:extLst>
              <a:ext uri="{FF2B5EF4-FFF2-40B4-BE49-F238E27FC236}">
                <a16:creationId xmlns:a16="http://schemas.microsoft.com/office/drawing/2014/main" id="{03288328-BBC2-C043-ABA7-6DE1329DE97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9684" y="3327527"/>
            <a:ext cx="2925612" cy="668990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enm ad minim veniam, quis nostrud exercitation.</a:t>
            </a:r>
          </a:p>
        </p:txBody>
      </p:sp>
      <p:sp>
        <p:nvSpPr>
          <p:cNvPr id="107" name="Text Placeholder 8" hidden="1">
            <a:extLst>
              <a:ext uri="{FF2B5EF4-FFF2-40B4-BE49-F238E27FC236}">
                <a16:creationId xmlns:a16="http://schemas.microsoft.com/office/drawing/2014/main" id="{82046C4E-90DA-4347-A96F-BD316B2235F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79684" y="4107059"/>
            <a:ext cx="2925613" cy="24880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1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Company Name | Job Title</a:t>
            </a:r>
          </a:p>
        </p:txBody>
      </p:sp>
      <p:sp>
        <p:nvSpPr>
          <p:cNvPr id="108" name="Text Placeholder 8" hidden="1">
            <a:extLst>
              <a:ext uri="{FF2B5EF4-FFF2-40B4-BE49-F238E27FC236}">
                <a16:creationId xmlns:a16="http://schemas.microsoft.com/office/drawing/2014/main" id="{D7E3073B-1F03-B344-9CCF-D116EF96411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79684" y="4398072"/>
            <a:ext cx="2925613" cy="144438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[Dates From]-[To]</a:t>
            </a:r>
          </a:p>
        </p:txBody>
      </p:sp>
      <p:sp>
        <p:nvSpPr>
          <p:cNvPr id="109" name="Text Placeholder 8" hidden="1">
            <a:extLst>
              <a:ext uri="{FF2B5EF4-FFF2-40B4-BE49-F238E27FC236}">
                <a16:creationId xmlns:a16="http://schemas.microsoft.com/office/drawing/2014/main" id="{2EE283F0-AFCD-5741-8C35-207ABF2D6E5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9684" y="4593995"/>
            <a:ext cx="2925612" cy="709398"/>
          </a:xfrm>
        </p:spPr>
        <p:txBody>
          <a:bodyPr lIns="0" tIns="0" r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1000" b="0" i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Lorem ipsum dolor sit amet, consectetur adipiscing elit, sed do eiusmod tempor incididunt ut labore et dolore magna aliqua. Ut enim ad minim veniam, quis nostrud exercitation.</a:t>
            </a:r>
          </a:p>
        </p:txBody>
      </p:sp>
      <p:sp>
        <p:nvSpPr>
          <p:cNvPr id="141" name="Text Placeholder 18" hidden="1">
            <a:extLst>
              <a:ext uri="{FF2B5EF4-FFF2-40B4-BE49-F238E27FC236}">
                <a16:creationId xmlns:a16="http://schemas.microsoft.com/office/drawing/2014/main" id="{74300729-6F26-BF4C-84B9-420C9383BB7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976399" y="7594586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[www.website.com]</a:t>
            </a:r>
          </a:p>
        </p:txBody>
      </p:sp>
      <p:sp>
        <p:nvSpPr>
          <p:cNvPr id="142" name="Text Placeholder 18" hidden="1">
            <a:extLst>
              <a:ext uri="{FF2B5EF4-FFF2-40B4-BE49-F238E27FC236}">
                <a16:creationId xmlns:a16="http://schemas.microsoft.com/office/drawing/2014/main" id="{DDE57839-AE02-5A48-BA9C-A372F59A8A9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3976399" y="8060579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[E-mail@e-mail.com]</a:t>
            </a:r>
          </a:p>
        </p:txBody>
      </p:sp>
      <p:sp>
        <p:nvSpPr>
          <p:cNvPr id="143" name="Text Placeholder 18" hidden="1">
            <a:extLst>
              <a:ext uri="{FF2B5EF4-FFF2-40B4-BE49-F238E27FC236}">
                <a16:creationId xmlns:a16="http://schemas.microsoft.com/office/drawing/2014/main" id="{D9890AB4-F0C2-C14A-AE40-76B0671D772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976399" y="8531775"/>
            <a:ext cx="2687637" cy="375733"/>
          </a:xfrm>
        </p:spPr>
        <p:txBody>
          <a:bodyPr lIns="0" rIns="0" anchor="ctr">
            <a:norm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  <a:lvl2pPr marL="342900" indent="0">
              <a:buNone/>
              <a:defRPr>
                <a:solidFill>
                  <a:schemeClr val="bg1"/>
                </a:solidFill>
              </a:defRPr>
            </a:lvl2pPr>
            <a:lvl3pPr marL="685800" indent="0">
              <a:buNone/>
              <a:defRPr>
                <a:solidFill>
                  <a:schemeClr val="bg1"/>
                </a:solidFill>
              </a:defRPr>
            </a:lvl3pPr>
            <a:lvl4pPr marL="1028700" indent="0">
              <a:buNone/>
              <a:defRPr>
                <a:solidFill>
                  <a:schemeClr val="bg1"/>
                </a:solidFill>
              </a:defRPr>
            </a:lvl4pPr>
            <a:lvl5pPr marL="13716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[Phone Number]</a:t>
            </a:r>
          </a:p>
        </p:txBody>
      </p:sp>
      <p:sp>
        <p:nvSpPr>
          <p:cNvPr id="306" name="Text Placeholder 25" hidden="1">
            <a:extLst>
              <a:ext uri="{FF2B5EF4-FFF2-40B4-BE49-F238E27FC236}">
                <a16:creationId xmlns:a16="http://schemas.microsoft.com/office/drawing/2014/main" id="{F296C2BF-1825-2C45-A87E-72A783A27BC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10200" y="4355868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POWERPOINT</a:t>
            </a:r>
          </a:p>
        </p:txBody>
      </p:sp>
      <p:sp>
        <p:nvSpPr>
          <p:cNvPr id="310" name="Text Placeholder 25" hidden="1">
            <a:extLst>
              <a:ext uri="{FF2B5EF4-FFF2-40B4-BE49-F238E27FC236}">
                <a16:creationId xmlns:a16="http://schemas.microsoft.com/office/drawing/2014/main" id="{847127D0-A2CA-244C-B0BB-449CC673F0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10200" y="4531709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SOCIAL MEDIA</a:t>
            </a:r>
          </a:p>
        </p:txBody>
      </p:sp>
      <p:sp>
        <p:nvSpPr>
          <p:cNvPr id="312" name="Text Placeholder 25" hidden="1">
            <a:extLst>
              <a:ext uri="{FF2B5EF4-FFF2-40B4-BE49-F238E27FC236}">
                <a16:creationId xmlns:a16="http://schemas.microsoft.com/office/drawing/2014/main" id="{977FAA94-5605-AD4B-8EC7-19418B74B7F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10200" y="4702427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TEAM MANAGEMENT</a:t>
            </a:r>
          </a:p>
        </p:txBody>
      </p:sp>
      <p:sp>
        <p:nvSpPr>
          <p:cNvPr id="317" name="Text Placeholder 25" hidden="1">
            <a:extLst>
              <a:ext uri="{FF2B5EF4-FFF2-40B4-BE49-F238E27FC236}">
                <a16:creationId xmlns:a16="http://schemas.microsoft.com/office/drawing/2014/main" id="{55B31FD5-2D4E-FB40-8D3B-9D64BB06ACE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10200" y="419190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EXCEL</a:t>
            </a:r>
          </a:p>
        </p:txBody>
      </p:sp>
      <p:sp>
        <p:nvSpPr>
          <p:cNvPr id="318" name="Text Placeholder 25" hidden="1">
            <a:extLst>
              <a:ext uri="{FF2B5EF4-FFF2-40B4-BE49-F238E27FC236}">
                <a16:creationId xmlns:a16="http://schemas.microsoft.com/office/drawing/2014/main" id="{ACC18595-C5AA-D643-9CE9-8E035BE3CBC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10200" y="4009026"/>
            <a:ext cx="1327150" cy="149225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WORD</a:t>
            </a:r>
          </a:p>
        </p:txBody>
      </p:sp>
      <p:sp>
        <p:nvSpPr>
          <p:cNvPr id="336" name="Text Placeholder 25" hidden="1">
            <a:extLst>
              <a:ext uri="{FF2B5EF4-FFF2-40B4-BE49-F238E27FC236}">
                <a16:creationId xmlns:a16="http://schemas.microsoft.com/office/drawing/2014/main" id="{8AE7172C-56DA-214E-A8DD-40FE03883127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410200" y="5384539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ENGLISH</a:t>
            </a:r>
          </a:p>
        </p:txBody>
      </p:sp>
      <p:sp>
        <p:nvSpPr>
          <p:cNvPr id="337" name="Text Placeholder 25" hidden="1">
            <a:extLst>
              <a:ext uri="{FF2B5EF4-FFF2-40B4-BE49-F238E27FC236}">
                <a16:creationId xmlns:a16="http://schemas.microsoft.com/office/drawing/2014/main" id="{A97B1250-9241-564A-A4AB-2492DD96A3E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410200" y="5652555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FRENCH</a:t>
            </a:r>
          </a:p>
        </p:txBody>
      </p:sp>
      <p:sp>
        <p:nvSpPr>
          <p:cNvPr id="338" name="Text Placeholder 25" hidden="1">
            <a:extLst>
              <a:ext uri="{FF2B5EF4-FFF2-40B4-BE49-F238E27FC236}">
                <a16:creationId xmlns:a16="http://schemas.microsoft.com/office/drawing/2014/main" id="{B200B1D1-4434-5E49-8BFF-B6FF720E1D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410200" y="5922990"/>
            <a:ext cx="1327150" cy="187142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SPANISH</a:t>
            </a:r>
          </a:p>
        </p:txBody>
      </p:sp>
      <p:sp>
        <p:nvSpPr>
          <p:cNvPr id="339" name="Text Placeholder 25" hidden="1">
            <a:extLst>
              <a:ext uri="{FF2B5EF4-FFF2-40B4-BE49-F238E27FC236}">
                <a16:creationId xmlns:a16="http://schemas.microsoft.com/office/drawing/2014/main" id="{C4DC3A9C-1AC5-5343-ACF6-AFB45AB7A46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97877" y="8147512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MANAGEMENT</a:t>
            </a:r>
          </a:p>
        </p:txBody>
      </p:sp>
      <p:sp>
        <p:nvSpPr>
          <p:cNvPr id="340" name="Text Placeholder 25" hidden="1">
            <a:extLst>
              <a:ext uri="{FF2B5EF4-FFF2-40B4-BE49-F238E27FC236}">
                <a16:creationId xmlns:a16="http://schemas.microsoft.com/office/drawing/2014/main" id="{6004AFFB-6BAF-924B-A5F2-CA7B7E10E574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97877" y="8415528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DESIGN</a:t>
            </a:r>
          </a:p>
        </p:txBody>
      </p:sp>
      <p:sp>
        <p:nvSpPr>
          <p:cNvPr id="341" name="Text Placeholder 25" hidden="1">
            <a:extLst>
              <a:ext uri="{FF2B5EF4-FFF2-40B4-BE49-F238E27FC236}">
                <a16:creationId xmlns:a16="http://schemas.microsoft.com/office/drawing/2014/main" id="{1E9B43B5-9A43-B448-95A4-FDD649321FC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97877" y="8697907"/>
            <a:ext cx="1449583" cy="238881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DEVELOPMENT</a:t>
            </a:r>
          </a:p>
        </p:txBody>
      </p:sp>
      <p:sp>
        <p:nvSpPr>
          <p:cNvPr id="342" name="Text Placeholder 25" hidden="1">
            <a:extLst>
              <a:ext uri="{FF2B5EF4-FFF2-40B4-BE49-F238E27FC236}">
                <a16:creationId xmlns:a16="http://schemas.microsoft.com/office/drawing/2014/main" id="{1ACF054A-3D21-D642-B4C6-DB5BDAC1927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7877" y="7593880"/>
            <a:ext cx="1449583" cy="289046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ABILITIES</a:t>
            </a:r>
          </a:p>
        </p:txBody>
      </p:sp>
      <p:sp>
        <p:nvSpPr>
          <p:cNvPr id="343" name="Text Placeholder 25" hidden="1">
            <a:extLst>
              <a:ext uri="{FF2B5EF4-FFF2-40B4-BE49-F238E27FC236}">
                <a16:creationId xmlns:a16="http://schemas.microsoft.com/office/drawing/2014/main" id="{7C941C70-D057-D04B-BD74-348163471A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97877" y="7878034"/>
            <a:ext cx="1449583" cy="262769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1000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MARKETING</a:t>
            </a:r>
          </a:p>
        </p:txBody>
      </p:sp>
      <p:sp>
        <p:nvSpPr>
          <p:cNvPr id="344" name="Text Placeholder 25" hidden="1">
            <a:extLst>
              <a:ext uri="{FF2B5EF4-FFF2-40B4-BE49-F238E27FC236}">
                <a16:creationId xmlns:a16="http://schemas.microsoft.com/office/drawing/2014/main" id="{CF61B5C1-8C61-1143-9083-AD58E1C749F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094178" y="8160704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10</a:t>
            </a:r>
          </a:p>
        </p:txBody>
      </p:sp>
      <p:sp>
        <p:nvSpPr>
          <p:cNvPr id="345" name="Text Placeholder 25" hidden="1">
            <a:extLst>
              <a:ext uri="{FF2B5EF4-FFF2-40B4-BE49-F238E27FC236}">
                <a16:creationId xmlns:a16="http://schemas.microsoft.com/office/drawing/2014/main" id="{0B7D9C94-0A2C-3B4E-8B05-B7547A9A0E78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094178" y="8436611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7</a:t>
            </a:r>
          </a:p>
        </p:txBody>
      </p:sp>
      <p:sp>
        <p:nvSpPr>
          <p:cNvPr id="346" name="Text Placeholder 25" hidden="1">
            <a:extLst>
              <a:ext uri="{FF2B5EF4-FFF2-40B4-BE49-F238E27FC236}">
                <a16:creationId xmlns:a16="http://schemas.microsoft.com/office/drawing/2014/main" id="{CCE3AE9C-BC12-B743-BF3F-A8308EFB290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094178" y="8698945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3.5</a:t>
            </a:r>
          </a:p>
        </p:txBody>
      </p:sp>
      <p:sp>
        <p:nvSpPr>
          <p:cNvPr id="347" name="Text Placeholder 25" hidden="1">
            <a:extLst>
              <a:ext uri="{FF2B5EF4-FFF2-40B4-BE49-F238E27FC236}">
                <a16:creationId xmlns:a16="http://schemas.microsoft.com/office/drawing/2014/main" id="{F1D2929D-A8D7-274A-A253-E4556D470E75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094178" y="7905308"/>
            <a:ext cx="1065342" cy="229094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+mj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8</a:t>
            </a:r>
          </a:p>
        </p:txBody>
      </p:sp>
      <p:sp>
        <p:nvSpPr>
          <p:cNvPr id="348" name="Text Placeholder 25" hidden="1">
            <a:extLst>
              <a:ext uri="{FF2B5EF4-FFF2-40B4-BE49-F238E27FC236}">
                <a16:creationId xmlns:a16="http://schemas.microsoft.com/office/drawing/2014/main" id="{E4C42072-2D54-8942-9963-4138F93D9F7A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094543" y="7593880"/>
            <a:ext cx="1092002" cy="295809"/>
          </a:xfrm>
        </p:spPr>
        <p:txBody>
          <a:bodyPr lIns="0" rIns="0" anchor="ctr">
            <a:noAutofit/>
          </a:bodyPr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000">
                <a:solidFill>
                  <a:schemeClr val="bg1"/>
                </a:solidFill>
                <a:latin typeface="+mj-lt"/>
              </a:defRPr>
            </a:lvl2pPr>
            <a:lvl3pPr marL="685800" indent="0">
              <a:buNone/>
              <a:defRPr sz="1000">
                <a:solidFill>
                  <a:schemeClr val="bg1"/>
                </a:solidFill>
                <a:latin typeface="+mj-lt"/>
              </a:defRPr>
            </a:lvl3pPr>
            <a:lvl4pPr marL="1028700" indent="0">
              <a:buNone/>
              <a:defRPr sz="1000">
                <a:solidFill>
                  <a:schemeClr val="bg1"/>
                </a:solidFill>
                <a:latin typeface="+mj-lt"/>
              </a:defRPr>
            </a:lvl4pPr>
            <a:lvl5pPr marL="1371600" indent="0">
              <a:buNone/>
              <a:defRPr sz="10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noProof="0"/>
              <a:t>YEARS OF EXPERIENCE</a:t>
            </a:r>
          </a:p>
        </p:txBody>
      </p:sp>
      <p:cxnSp>
        <p:nvCxnSpPr>
          <p:cNvPr id="355" name="Straight Connector 354" hidden="1">
            <a:extLst>
              <a:ext uri="{FF2B5EF4-FFF2-40B4-BE49-F238E27FC236}">
                <a16:creationId xmlns:a16="http://schemas.microsoft.com/office/drawing/2014/main" id="{DF98499B-F2A5-CA4E-943A-53F88D825970}"/>
              </a:ext>
            </a:extLst>
          </p:cNvPr>
          <p:cNvCxnSpPr>
            <a:cxnSpLocks/>
          </p:cNvCxnSpPr>
          <p:nvPr userDrawn="1"/>
        </p:nvCxnSpPr>
        <p:spPr>
          <a:xfrm>
            <a:off x="0" y="1121676"/>
            <a:ext cx="68580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 Placeholder 60" hidden="1">
            <a:extLst>
              <a:ext uri="{FF2B5EF4-FFF2-40B4-BE49-F238E27FC236}">
                <a16:creationId xmlns:a16="http://schemas.microsoft.com/office/drawing/2014/main" id="{17521193-60AC-664A-A033-8AA4404C6AA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3464815" y="1146174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INTERNATIONAL EXPERIENCE</a:t>
            </a:r>
          </a:p>
        </p:txBody>
      </p:sp>
      <p:sp>
        <p:nvSpPr>
          <p:cNvPr id="359" name="Text Placeholder 60" hidden="1">
            <a:extLst>
              <a:ext uri="{FF2B5EF4-FFF2-40B4-BE49-F238E27FC236}">
                <a16:creationId xmlns:a16="http://schemas.microsoft.com/office/drawing/2014/main" id="{412CE960-3495-1F42-80A3-840D05EC91C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3464815" y="3622089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SKILLS</a:t>
            </a:r>
          </a:p>
        </p:txBody>
      </p:sp>
      <p:sp>
        <p:nvSpPr>
          <p:cNvPr id="360" name="Text Placeholder 60" hidden="1">
            <a:extLst>
              <a:ext uri="{FF2B5EF4-FFF2-40B4-BE49-F238E27FC236}">
                <a16:creationId xmlns:a16="http://schemas.microsoft.com/office/drawing/2014/main" id="{08F6B783-82B6-B242-AA40-D9F7AE3B8CEC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3464815" y="5014791"/>
            <a:ext cx="2662311" cy="300507"/>
          </a:xfrm>
        </p:spPr>
        <p:txBody>
          <a:bodyPr lIns="0" anchor="ctr">
            <a:no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200">
                <a:solidFill>
                  <a:schemeClr val="bg1"/>
                </a:solidFill>
              </a:defRPr>
            </a:lvl2pPr>
            <a:lvl3pPr marL="685800" indent="0">
              <a:buNone/>
              <a:defRPr sz="1200">
                <a:solidFill>
                  <a:schemeClr val="bg1"/>
                </a:solidFill>
              </a:defRPr>
            </a:lvl3pPr>
            <a:lvl4pPr marL="1028700" indent="0">
              <a:buNone/>
              <a:defRPr sz="1200">
                <a:solidFill>
                  <a:schemeClr val="bg1"/>
                </a:solidFill>
              </a:defRPr>
            </a:lvl4pPr>
            <a:lvl5pPr marL="13716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LANGUAGES</a:t>
            </a:r>
          </a:p>
        </p:txBody>
      </p:sp>
    </p:spTree>
    <p:extLst>
      <p:ext uri="{BB962C8B-B14F-4D97-AF65-F5344CB8AC3E}">
        <p14:creationId xmlns:p14="http://schemas.microsoft.com/office/powerpoint/2010/main" val="20725802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2E597E-2F4F-2747-A9DF-6BACAD15E325}" type="datetimeFigureOut">
              <a:rPr lang="en-US" smtClean="0"/>
              <a:t>6/26/2025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80D-DD1F-2749-85C8-F9883E4B5E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company/arena-plus-financial-services-ltd/" TargetMode="External"/><Relationship Id="rId2" Type="http://schemas.openxmlformats.org/officeDocument/2006/relationships/hyperlink" Target="https://www.linkedin.com/in/InonBaasov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ouchetv.com/" TargetMode="External"/><Relationship Id="rId5" Type="http://schemas.openxmlformats.org/officeDocument/2006/relationships/hyperlink" Target="https://www.blau-ps.com/" TargetMode="External"/><Relationship Id="rId4" Type="http://schemas.openxmlformats.org/officeDocument/2006/relationships/hyperlink" Target="https://www.philtel.co.i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 Placeholder 72">
            <a:extLst>
              <a:ext uri="{FF2B5EF4-FFF2-40B4-BE49-F238E27FC236}">
                <a16:creationId xmlns:a16="http://schemas.microsoft.com/office/drawing/2014/main" id="{2FD50699-45B5-88EC-1B42-E5597AB067C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036321" y="772907"/>
            <a:ext cx="1379219" cy="227110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+972-54-444-5856</a:t>
            </a:r>
          </a:p>
        </p:txBody>
      </p:sp>
      <p:sp>
        <p:nvSpPr>
          <p:cNvPr id="74" name="Text Placeholder 73">
            <a:extLst>
              <a:ext uri="{FF2B5EF4-FFF2-40B4-BE49-F238E27FC236}">
                <a16:creationId xmlns:a16="http://schemas.microsoft.com/office/drawing/2014/main" id="{132E1DF2-8DF7-6940-4374-52DB65EC3761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2680265" y="773852"/>
            <a:ext cx="1545026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Inonbaasov@gmail.com</a:t>
            </a:r>
          </a:p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	</a:t>
            </a:r>
          </a:p>
        </p:txBody>
      </p:sp>
      <p:sp>
        <p:nvSpPr>
          <p:cNvPr id="75" name="Text Placeholder 74">
            <a:extLst>
              <a:ext uri="{FF2B5EF4-FFF2-40B4-BE49-F238E27FC236}">
                <a16:creationId xmlns:a16="http://schemas.microsoft.com/office/drawing/2014/main" id="{23DA089B-1D05-556D-253C-262F0FA50B6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370366" y="774300"/>
            <a:ext cx="1451313" cy="207705"/>
          </a:xfrm>
        </p:spPr>
        <p:txBody>
          <a:bodyPr/>
          <a:lstStyle/>
          <a:p>
            <a:r>
              <a:rPr lang="en-US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 </a:t>
            </a:r>
            <a:r>
              <a:rPr lang="en-US" dirty="0" err="1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inonbaasov</a:t>
            </a:r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en-US" dirty="0"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0F18B5-1245-2B4C-AA47-F39938FA6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972" y="307793"/>
            <a:ext cx="6858000" cy="502338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rPr>
              <a:t>INON BAASOV</a:t>
            </a:r>
            <a:endParaRPr lang="en-IL" sz="2400" dirty="0">
              <a:solidFill>
                <a:schemeClr val="tx1"/>
              </a:solidFill>
              <a:latin typeface="Overpass" pitchFamily="2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BA846034-E5B0-1F9D-ABEB-DA7831B54ABD}"/>
              </a:ext>
            </a:extLst>
          </p:cNvPr>
          <p:cNvGrpSpPr/>
          <p:nvPr/>
        </p:nvGrpSpPr>
        <p:grpSpPr>
          <a:xfrm>
            <a:off x="265833" y="2542821"/>
            <a:ext cx="6430240" cy="1213193"/>
            <a:chOff x="93673" y="1854031"/>
            <a:chExt cx="2936874" cy="523978"/>
          </a:xfrm>
        </p:grpSpPr>
        <p:sp>
          <p:nvSpPr>
            <p:cNvPr id="174" name="Text Placeholder 71">
              <a:extLst>
                <a:ext uri="{FF2B5EF4-FFF2-40B4-BE49-F238E27FC236}">
                  <a16:creationId xmlns:a16="http://schemas.microsoft.com/office/drawing/2014/main" id="{67D1E309-1ED9-E676-89A4-61C198105A97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968232"/>
              <a:ext cx="2936874" cy="40977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ts val="15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2016-2018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E.MBA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Entrepreneurship and Management in High-Tech Industries,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– Israel institute of technology. Focused on strategic product development, global leadership and high-tech innovation.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2005-2008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B.Sc.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, Biotechnology and Food Engineering,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Technion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 - Israel Institute of Technology</a:t>
              </a:r>
            </a:p>
            <a:p>
              <a:pPr marL="88900" indent="-88900">
                <a:lnSpc>
                  <a:spcPts val="1300"/>
                </a:lnSpc>
                <a:spcBef>
                  <a:spcPts val="200"/>
                </a:spcBef>
                <a:buFont typeface="Arial" panose="020B0604020202020204" pitchFamily="34" charset="0"/>
                <a:buChar char="•"/>
              </a:pP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2004-2005</a:t>
              </a:r>
              <a:r>
                <a: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; Chemical Engineering Faculty, McGill University, Montreal </a:t>
              </a:r>
              <a:r>
                <a:rPr lang="en-US" sz="11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Canada</a:t>
              </a:r>
            </a:p>
            <a:p>
              <a:pPr>
                <a:lnSpc>
                  <a:spcPct val="100000"/>
                </a:lnSpc>
                <a:spcBef>
                  <a:spcPts val="0"/>
                </a:spcBef>
              </a:pPr>
              <a:endParaRPr lang="en-US" sz="1100" dirty="0">
                <a:latin typeface="Overpass" pitchFamily="2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  <p:sp>
          <p:nvSpPr>
            <p:cNvPr id="231" name="Text Placeholder 46">
              <a:extLst>
                <a:ext uri="{FF2B5EF4-FFF2-40B4-BE49-F238E27FC236}">
                  <a16:creationId xmlns:a16="http://schemas.microsoft.com/office/drawing/2014/main" id="{341669B1-8344-D7A4-D12E-8D04FAB5F455}"/>
                </a:ext>
              </a:extLst>
            </p:cNvPr>
            <p:cNvSpPr txBox="1">
              <a:spLocks/>
            </p:cNvSpPr>
            <p:nvPr/>
          </p:nvSpPr>
          <p:spPr>
            <a:xfrm>
              <a:off x="93673" y="1854031"/>
              <a:ext cx="629175" cy="12702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</a:pPr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Education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8F3DD04-3596-890A-0289-4F6EC51FBB48}"/>
              </a:ext>
            </a:extLst>
          </p:cNvPr>
          <p:cNvGrpSpPr/>
          <p:nvPr/>
        </p:nvGrpSpPr>
        <p:grpSpPr>
          <a:xfrm>
            <a:off x="265834" y="933654"/>
            <a:ext cx="6486937" cy="1678697"/>
            <a:chOff x="2730795" y="1315393"/>
            <a:chExt cx="4090720" cy="2335584"/>
          </a:xfrm>
        </p:grpSpPr>
        <p:sp>
          <p:nvSpPr>
            <p:cNvPr id="4" name="Text Placeholder 45">
              <a:extLst>
                <a:ext uri="{FF2B5EF4-FFF2-40B4-BE49-F238E27FC236}">
                  <a16:creationId xmlns:a16="http://schemas.microsoft.com/office/drawing/2014/main" id="{A14E25B9-74B7-1D86-F100-61C9666B8B8B}"/>
                </a:ext>
              </a:extLst>
            </p:cNvPr>
            <p:cNvSpPr txBox="1">
              <a:spLocks/>
            </p:cNvSpPr>
            <p:nvPr/>
          </p:nvSpPr>
          <p:spPr>
            <a:xfrm>
              <a:off x="2733799" y="1315393"/>
              <a:ext cx="1514170" cy="409575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0" indent="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None/>
                <a:defRPr sz="1600" b="1" kern="1200">
                  <a:solidFill>
                    <a:schemeClr val="accent5"/>
                  </a:solidFill>
                  <a:latin typeface="+mj-lt"/>
                  <a:ea typeface="+mn-ea"/>
                  <a:cs typeface="+mn-cs"/>
                </a:defRPr>
              </a:lvl1pPr>
              <a:lvl2pPr marL="3429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0287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371600" indent="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u="sng" dirty="0">
                  <a:solidFill>
                    <a:srgbClr val="10ABE2"/>
                  </a:solidFill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Professional summary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D85A639-1B8A-878B-04BB-3EE82339007A}"/>
                </a:ext>
              </a:extLst>
            </p:cNvPr>
            <p:cNvSpPr txBox="1"/>
            <p:nvPr/>
          </p:nvSpPr>
          <p:spPr>
            <a:xfrm>
              <a:off x="2730795" y="1638381"/>
              <a:ext cx="4090720" cy="20125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b="1" dirty="0">
                  <a:latin typeface="Overpass" pitchFamily="2" charset="0"/>
                </a:rPr>
                <a:t>Senior Product Executive</a:t>
              </a:r>
              <a:r>
                <a:rPr lang="en-US" sz="1100" dirty="0">
                  <a:latin typeface="Overpass" pitchFamily="2" charset="0"/>
                </a:rPr>
                <a:t> with 10+ years of experience leading diverse digital products for B2B2C cloud-based SaaS, AdTech, and E-commerce. My team and I achieved +22%/quarter adoption growth and secured $2.5 million in seed funding. Proven experience as </a:t>
              </a:r>
              <a:r>
                <a:rPr lang="en-US" sz="1100" b="1" dirty="0">
                  <a:latin typeface="Overpass" pitchFamily="2" charset="0"/>
                </a:rPr>
                <a:t>CPO</a:t>
              </a:r>
              <a:r>
                <a:rPr lang="en-US" sz="1100" dirty="0">
                  <a:latin typeface="Overpass" pitchFamily="2" charset="0"/>
                </a:rPr>
                <a:t> and </a:t>
              </a:r>
              <a:r>
                <a:rPr lang="en-US" sz="1100" b="1" dirty="0">
                  <a:latin typeface="Overpass" pitchFamily="2" charset="0"/>
                </a:rPr>
                <a:t>senior product owner/manager</a:t>
              </a:r>
              <a:r>
                <a:rPr lang="en-US" sz="1100" dirty="0">
                  <a:latin typeface="Overpass" pitchFamily="2" charset="0"/>
                </a:rPr>
                <a:t> - defining Product Strategy, marketing, pricing, product ROI, executing data-driven roadmaps, and driving user engagement through integrative product design, engineering, and data analytics. Expert in scaling cloud-based platforms, leveraging AI-powered insights, and optimizing </a:t>
              </a:r>
              <a:r>
                <a:rPr lang="en-US" sz="1100" b="1" dirty="0">
                  <a:latin typeface="Overpass" pitchFamily="2" charset="0"/>
                </a:rPr>
                <a:t>product-market fit</a:t>
              </a:r>
              <a:r>
                <a:rPr lang="en-US" sz="1100" dirty="0">
                  <a:latin typeface="Overpass" pitchFamily="2" charset="0"/>
                </a:rPr>
                <a:t>. Passionate about mentoring, solving complex challenges, building user-centric experiences, and driving </a:t>
              </a:r>
              <a:r>
                <a:rPr lang="en-US" sz="1100" b="1" dirty="0">
                  <a:latin typeface="Overpass" pitchFamily="2" charset="0"/>
                </a:rPr>
                <a:t>revenue</a:t>
              </a:r>
              <a:endParaRPr lang="en-US" sz="1100" dirty="0">
                <a:latin typeface="Overpass" pitchFamily="2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A96F9C5-B4EE-2CE6-5E39-6D2B06DDBAA4}"/>
              </a:ext>
            </a:extLst>
          </p:cNvPr>
          <p:cNvGrpSpPr/>
          <p:nvPr/>
        </p:nvGrpSpPr>
        <p:grpSpPr>
          <a:xfrm>
            <a:off x="265833" y="3701235"/>
            <a:ext cx="6413072" cy="5306693"/>
            <a:chOff x="78398" y="3474258"/>
            <a:chExt cx="6718755" cy="412237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943FD8F-B645-F5DD-0443-9670451D8FB5}"/>
                </a:ext>
              </a:extLst>
            </p:cNvPr>
            <p:cNvGrpSpPr/>
            <p:nvPr/>
          </p:nvGrpSpPr>
          <p:grpSpPr>
            <a:xfrm>
              <a:off x="78398" y="3474258"/>
              <a:ext cx="6718755" cy="4122378"/>
              <a:chOff x="-24741" y="2630067"/>
              <a:chExt cx="6949855" cy="3197158"/>
            </a:xfrm>
          </p:grpSpPr>
          <p:sp>
            <p:nvSpPr>
              <p:cNvPr id="154" name="Text Placeholder 52">
                <a:extLst>
                  <a:ext uri="{FF2B5EF4-FFF2-40B4-BE49-F238E27FC236}">
                    <a16:creationId xmlns:a16="http://schemas.microsoft.com/office/drawing/2014/main" id="{7B120799-BCC3-8E46-2EA5-CFAE368C1F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24741" y="4391611"/>
                <a:ext cx="6943718" cy="100563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Arena Plus Financial Services Ltd.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 </a:t>
                </a: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2013 - 2018</a:t>
                </a:r>
                <a:endPara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en-US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Senior </a:t>
                </a:r>
                <a:r>
                  <a:rPr lang="en-IL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Product Manager</a:t>
                </a:r>
                <a:endParaRPr lang="en-US" sz="1200" b="1" kern="100" dirty="0">
                  <a:effectLst/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Established Agile practices that reduced time-to-market by 20% while managing global development teams and third-party UI/UX partners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Driving 15% business growth and +22% user adoption. Developed and executed data-driven roadmaps to optimize product performance and elevate user engagement.</a:t>
                </a:r>
              </a:p>
              <a:p>
                <a:pPr marL="90000" indent="-900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1100" dirty="0">
                    <a:latin typeface="Overpass" pitchFamily="2" charset="0"/>
                  </a:rPr>
                  <a:t>Leveraged hands-on product management expertise that laid the foundation for my later advanced roles as Co-Founder &amp; CPO, ensuring seamless strategic and operational continuity. </a:t>
                </a:r>
                <a:endParaRPr lang="en-US" sz="1100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endParaRPr>
              </a:p>
            </p:txBody>
          </p:sp>
          <p:sp>
            <p:nvSpPr>
              <p:cNvPr id="242" name="Text Placeholder 45">
                <a:extLst>
                  <a:ext uri="{FF2B5EF4-FFF2-40B4-BE49-F238E27FC236}">
                    <a16:creationId xmlns:a16="http://schemas.microsoft.com/office/drawing/2014/main" id="{736313EA-3C2D-C5A9-2ED3-22681A16B47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9577" y="2630067"/>
                <a:ext cx="2719751" cy="19915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600" b="1" kern="1200">
                    <a:solidFill>
                      <a:schemeClr val="accent5"/>
                    </a:solidFill>
                    <a:latin typeface="+mj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u="sng" dirty="0">
                    <a:solidFill>
                      <a:srgbClr val="10ABE2"/>
                    </a:solidFill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Professional experience</a:t>
                </a:r>
              </a:p>
            </p:txBody>
          </p:sp>
          <p:sp>
            <p:nvSpPr>
              <p:cNvPr id="9" name="Text Placeholder 52">
                <a:extLst>
                  <a:ext uri="{FF2B5EF4-FFF2-40B4-BE49-F238E27FC236}">
                    <a16:creationId xmlns:a16="http://schemas.microsoft.com/office/drawing/2014/main" id="{6871FAD5-DAC9-2E88-43EE-71DE2313B5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18603" y="5238601"/>
                <a:ext cx="6943717" cy="29735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Pharmabest Inc. &amp; Philtel Inc.</a:t>
                </a:r>
                <a:r>
                  <a:rPr lang="it-IT" sz="1200" b="1" dirty="0"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 	        2011 - 2013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Exec. QA Manager</a:t>
                </a:r>
              </a:p>
            </p:txBody>
          </p:sp>
          <p:sp>
            <p:nvSpPr>
              <p:cNvPr id="10" name="Text Placeholder 52">
                <a:extLst>
                  <a:ext uri="{FF2B5EF4-FFF2-40B4-BE49-F238E27FC236}">
                    <a16:creationId xmlns:a16="http://schemas.microsoft.com/office/drawing/2014/main" id="{BA499EBC-730C-6472-42B1-4FBCAD1BA5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-6035" y="5529874"/>
                <a:ext cx="6931149" cy="29735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685800" rtl="0" eaLnBrk="1" latinLnBrk="0" hangingPunct="1">
                  <a:lnSpc>
                    <a:spcPts val="1500"/>
                  </a:lnSpc>
                  <a:spcBef>
                    <a:spcPts val="750"/>
                  </a:spcBef>
                  <a:buFont typeface="Arial" panose="020B0604020202020204" pitchFamily="34" charset="0"/>
                  <a:buNone/>
                  <a:defRPr sz="1000" b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indent="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None/>
                  <a:defRPr sz="1000" b="1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Blau Pharmaceuticals Services Inc.</a:t>
                </a:r>
                <a:r>
                  <a:rPr lang="it-IT" sz="1200" b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	       2009 - 2011</a:t>
                </a:r>
              </a:p>
              <a:p>
                <a:pPr>
                  <a:lnSpc>
                    <a:spcPct val="100000"/>
                  </a:lnSpc>
                  <a:spcBef>
                    <a:spcPts val="200"/>
                  </a:spcBef>
                </a:pPr>
                <a:r>
                  <a:rPr lang="it-IT" sz="1200" i="1" dirty="0">
                    <a:effectLst/>
                    <a:latin typeface="Overpass" pitchFamily="2" charset="0"/>
                    <a:ea typeface="Tahoma" panose="020B0604030504040204" pitchFamily="34" charset="0"/>
                    <a:cs typeface="Tahoma" panose="020B0604030504040204" pitchFamily="34" charset="0"/>
                  </a:rPr>
                  <a:t>Pharmaceuticals Regulatory Affairs Consultant </a:t>
                </a:r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6C75DF8-197B-BFD3-34D2-297D5EA3D213}"/>
                </a:ext>
              </a:extLst>
            </p:cNvPr>
            <p:cNvSpPr txBox="1">
              <a:spLocks/>
            </p:cNvSpPr>
            <p:nvPr/>
          </p:nvSpPr>
          <p:spPr>
            <a:xfrm>
              <a:off x="78399" y="3695817"/>
              <a:ext cx="6713716" cy="20880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00000"/>
                </a:lnSpc>
                <a:spcBef>
                  <a:spcPts val="0"/>
                </a:spcBef>
              </a:pP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TouchE TV</a:t>
              </a:r>
              <a:r>
                <a:rPr lang="en-US" sz="1200" b="1" dirty="0">
                  <a:latin typeface="Overpass" pitchFamily="2" charset="0"/>
                  <a:ea typeface="Tahoma" panose="020B0604030504040204" pitchFamily="34" charset="0"/>
                  <a:cs typeface="Tahoma" panose="020B0604030504040204" pitchFamily="34" charset="0"/>
                </a:rPr>
                <a:t>		 	        		      2018 - 2024</a:t>
              </a:r>
            </a:p>
            <a:p>
              <a:pPr>
                <a:lnSpc>
                  <a:spcPct val="100000"/>
                </a:lnSpc>
                <a:spcBef>
                  <a:spcPts val="200"/>
                </a:spcBef>
              </a:pPr>
              <a:r>
                <a:rPr lang="en-US" sz="1200" b="1" dirty="0">
                  <a:latin typeface="Overpass" pitchFamily="2" charset="0"/>
                </a:rPr>
                <a:t>Co-Founder &amp; Chief Product Officer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Crafted and executed a visionary product strategy for an AI-infused </a:t>
              </a:r>
              <a:r>
                <a:rPr lang="en-US" altLang="en-IL" sz="1100" dirty="0">
                  <a:latin typeface="Overpass" pitchFamily="2" charset="0"/>
                </a:rPr>
                <a:t>interactive </a:t>
              </a:r>
              <a:r>
                <a:rPr lang="en-IL" altLang="en-IL" sz="1100" dirty="0">
                  <a:latin typeface="Overpass" pitchFamily="2" charset="0"/>
                </a:rPr>
                <a:t>video platform</a:t>
              </a:r>
              <a:r>
                <a:rPr lang="en-US" altLang="en-IL" sz="1100" dirty="0">
                  <a:latin typeface="Overpass" pitchFamily="2" charset="0"/>
                </a:rPr>
                <a:t>.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US" altLang="en-IL" sz="1100" dirty="0">
                  <a:latin typeface="Overpass" pitchFamily="2" charset="0"/>
                </a:rPr>
                <a:t>Securing</a:t>
              </a:r>
              <a:r>
                <a:rPr lang="en-IL" altLang="en-IL" sz="1100" dirty="0">
                  <a:latin typeface="Overpass" pitchFamily="2" charset="0"/>
                </a:rPr>
                <a:t> </a:t>
              </a:r>
              <a:r>
                <a:rPr lang="en-IL" altLang="en-IL" sz="1100" b="1" dirty="0">
                  <a:latin typeface="Overpass" pitchFamily="2" charset="0"/>
                </a:rPr>
                <a:t>$2.5M </a:t>
              </a:r>
              <a:r>
                <a:rPr lang="en-IL" altLang="en-IL" sz="1100" dirty="0">
                  <a:latin typeface="Overpass" pitchFamily="2" charset="0"/>
                </a:rPr>
                <a:t>in seed funding</a:t>
              </a:r>
              <a:r>
                <a:rPr lang="en-US" altLang="en-IL" sz="1100" dirty="0">
                  <a:latin typeface="Overpass" pitchFamily="2" charset="0"/>
                </a:rPr>
                <a:t>. </a:t>
              </a:r>
              <a:r>
                <a:rPr lang="en-US" sz="1100" dirty="0">
                  <a:latin typeface="Overpass" pitchFamily="2" charset="0"/>
                </a:rPr>
                <a:t>Engaging with investors and articulating product vision in a high-uncertainty startup context.</a:t>
              </a:r>
              <a:endParaRPr lang="en-IL" altLang="en-IL" sz="1100" dirty="0">
                <a:latin typeface="Overpass" pitchFamily="2" charset="0"/>
              </a:endParaRP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Built and scaled cross‑functional teams (design, engineering, product, QA, data analytics), recruiting, mentoring, and empowering team leads to own delivery and outcomes</a:t>
              </a:r>
              <a:r>
                <a:rPr lang="en-IL" altLang="en-IL" sz="1100" dirty="0">
                  <a:latin typeface="Overpass" pitchFamily="2" charset="0"/>
                </a:rPr>
                <a:t>.</a:t>
              </a:r>
              <a:r>
                <a:rPr lang="en-US" altLang="en-IL" sz="1100" dirty="0">
                  <a:latin typeface="Overpass" pitchFamily="2" charset="0"/>
                </a:rPr>
                <a:t> 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Defined and led </a:t>
              </a:r>
              <a:r>
                <a:rPr lang="en-US" sz="1100" b="1" dirty="0">
                  <a:latin typeface="Overpass" pitchFamily="2" charset="0"/>
                </a:rPr>
                <a:t>product strategy</a:t>
              </a:r>
              <a:r>
                <a:rPr lang="en-US" sz="1100" dirty="0">
                  <a:latin typeface="Overpass" pitchFamily="2" charset="0"/>
                </a:rPr>
                <a:t> across Web, Mobile &amp; Smart‑TV, </a:t>
              </a:r>
              <a:r>
                <a:rPr lang="en-IL" altLang="en-IL" sz="1100" dirty="0">
                  <a:latin typeface="Overpass" pitchFamily="2" charset="0"/>
                </a:rPr>
                <a:t>under an Agile framework</a:t>
              </a:r>
              <a:r>
                <a:rPr lang="en-US" altLang="en-IL" sz="1100" dirty="0">
                  <a:latin typeface="Overpass" pitchFamily="2" charset="0"/>
                </a:rPr>
                <a:t>.</a:t>
              </a:r>
              <a:r>
                <a:rPr lang="en-US" sz="1100" dirty="0">
                  <a:latin typeface="Overpass" pitchFamily="2" charset="0"/>
                </a:rPr>
                <a:t> Unifying the product to a cohesive user experience - ensuring consistency across platforms, while guiding product development amidst uncertain conditions</a:t>
              </a:r>
              <a:r>
                <a:rPr lang="en-IL" altLang="en-IL" sz="1100" dirty="0">
                  <a:latin typeface="Overpass" pitchFamily="2" charset="0"/>
                </a:rPr>
                <a:t>.</a:t>
              </a: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100" dirty="0">
                  <a:latin typeface="Overpass" pitchFamily="2" charset="0"/>
                </a:rPr>
                <a:t>Partnered with enterprise clients and tech vendors, accelerating go-to-market and expanding platform reach through strategic alliances.</a:t>
              </a:r>
              <a:r>
                <a:rPr lang="en-US" sz="1100" b="1" dirty="0">
                  <a:latin typeface="Overpass" pitchFamily="2" charset="0"/>
                </a:rPr>
                <a:t> </a:t>
              </a:r>
              <a:r>
                <a:rPr lang="en-US" sz="1100" dirty="0">
                  <a:latin typeface="Overpass" pitchFamily="2" charset="0"/>
                </a:rPr>
                <a:t>While ensuring platform scalability, resiliency, and integrability via a simple integration process and optimized cloud infrastructure.</a:t>
              </a:r>
              <a:endParaRPr lang="en-US" altLang="en-IL" sz="1100" dirty="0">
                <a:latin typeface="Overpass" pitchFamily="2" charset="0"/>
              </a:endParaRPr>
            </a:p>
            <a:p>
              <a:pPr marL="90000" lvl="0" indent="-90000" defTabSz="685800" fontAlgn="base"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IL" altLang="en-IL" sz="1100" dirty="0">
                  <a:latin typeface="Overpass" pitchFamily="2" charset="0"/>
                </a:rPr>
                <a:t>Forged key </a:t>
              </a:r>
              <a:r>
                <a:rPr lang="en-IL" altLang="en-IL" sz="1100" b="1" dirty="0">
                  <a:latin typeface="Overpass" pitchFamily="2" charset="0"/>
                </a:rPr>
                <a:t>partnerships</a:t>
              </a:r>
              <a:r>
                <a:rPr lang="en-IL" altLang="en-IL" sz="1100" dirty="0">
                  <a:latin typeface="Overpass" pitchFamily="2" charset="0"/>
                </a:rPr>
                <a:t> with enterprise clients and tech platforms, accelerating GTM strategy and expanding market reach.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5325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rgbClr val="000000"/>
      </a:dk1>
      <a:lt1>
        <a:srgbClr val="FFFFFF"/>
      </a:lt1>
      <a:dk2>
        <a:srgbClr val="0073E6"/>
      </a:dk2>
      <a:lt2>
        <a:srgbClr val="ECECEC"/>
      </a:lt2>
      <a:accent1>
        <a:srgbClr val="4253B3"/>
      </a:accent1>
      <a:accent2>
        <a:srgbClr val="9C93FF"/>
      </a:accent2>
      <a:accent3>
        <a:srgbClr val="AD547C"/>
      </a:accent3>
      <a:accent4>
        <a:srgbClr val="934DA5"/>
      </a:accent4>
      <a:accent5>
        <a:srgbClr val="6E50B4"/>
      </a:accent5>
      <a:accent6>
        <a:srgbClr val="4F5BB7"/>
      </a:accent6>
      <a:hlink>
        <a:srgbClr val="F83837"/>
      </a:hlink>
      <a:folHlink>
        <a:srgbClr val="58ACF6"/>
      </a:folHlink>
    </a:clrScheme>
    <a:fontScheme name="Custom 31">
      <a:majorFont>
        <a:latin typeface="Georgia"/>
        <a:ea typeface=""/>
        <a:cs typeface=""/>
      </a:majorFont>
      <a:minorFont>
        <a:latin typeface="Franklin Gothic Book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-orchid-resume_win32_SL_v7.potx" id="{A787C318-3181-4A77-B7C8-5722A7A19F30}" vid="{C19FF49A-4F30-46C6-8079-C77920ACD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orchid resume</Template>
  <TotalTime>105561</TotalTime>
  <Words>488</Words>
  <Application>Microsoft Office PowerPoint</Application>
  <PresentationFormat>Letter Paper (8.5x11 in)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Franklin Gothic Book</vt:lpstr>
      <vt:lpstr>Georgia</vt:lpstr>
      <vt:lpstr>Overpass</vt:lpstr>
      <vt:lpstr>Office Theme</vt:lpstr>
      <vt:lpstr>INON BAASOV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Inon Baasov</dc:creator>
  <cp:lastModifiedBy>Inon Baasov</cp:lastModifiedBy>
  <cp:revision>11</cp:revision>
  <dcterms:created xsi:type="dcterms:W3CDTF">2024-07-25T09:15:15Z</dcterms:created>
  <dcterms:modified xsi:type="dcterms:W3CDTF">2025-07-06T14:44:12Z</dcterms:modified>
</cp:coreProperties>
</file>