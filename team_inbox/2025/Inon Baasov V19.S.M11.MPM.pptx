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handoutMasterIdLst>
    <p:handoutMasterId r:id="rId4"/>
  </p:handoutMasterIdLst>
  <p:sldIdLst>
    <p:sldId id="260" r:id="rId2"/>
  </p:sldIdLst>
  <p:sldSz cx="6858000" cy="9144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72" userDrawn="1">
          <p15:clr>
            <a:srgbClr val="A4A3A4"/>
          </p15:clr>
        </p15:guide>
        <p15:guide id="2" pos="264" userDrawn="1">
          <p15:clr>
            <a:srgbClr val="A4A3A4"/>
          </p15:clr>
        </p15:guide>
        <p15:guide id="3" pos="4056" userDrawn="1">
          <p15:clr>
            <a:srgbClr val="A4A3A4"/>
          </p15:clr>
        </p15:guide>
        <p15:guide id="4" orient="horz" pos="480" userDrawn="1">
          <p15:clr>
            <a:srgbClr val="A4A3A4"/>
          </p15:clr>
        </p15:guide>
        <p15:guide id="5" pos="220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ABE2"/>
    <a:srgbClr val="5E429C"/>
    <a:srgbClr val="4E3781"/>
    <a:srgbClr val="7233FF"/>
    <a:srgbClr val="726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D0A7BF-B09F-4EFD-B009-C47B82A4A2E1}" v="2" dt="2025-11-05T08:36:07.1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42" autoAdjust="0"/>
    <p:restoredTop sz="95223" autoAdjust="0"/>
  </p:normalViewPr>
  <p:slideViewPr>
    <p:cSldViewPr snapToGrid="0" snapToObjects="1" showGuides="1">
      <p:cViewPr>
        <p:scale>
          <a:sx n="125" d="100"/>
          <a:sy n="125" d="100"/>
        </p:scale>
        <p:origin x="2448" y="-2730"/>
      </p:cViewPr>
      <p:guideLst>
        <p:guide orient="horz" pos="5472"/>
        <p:guide pos="264"/>
        <p:guide pos="4056"/>
        <p:guide orient="horz" pos="480"/>
        <p:guide pos="2208"/>
      </p:guideLst>
    </p:cSldViewPr>
  </p:slideViewPr>
  <p:notesTextViewPr>
    <p:cViewPr>
      <p:scale>
        <a:sx n="1" d="1"/>
        <a:sy n="1" d="1"/>
      </p:scale>
      <p:origin x="0" y="0"/>
    </p:cViewPr>
  </p:notesTextViewPr>
  <p:notesViewPr>
    <p:cSldViewPr snapToGrid="0" snapToObjects="1" showGuides="1">
      <p:cViewPr varScale="1">
        <p:scale>
          <a:sx n="65" d="100"/>
          <a:sy n="65" d="100"/>
        </p:scale>
        <p:origin x="3082"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microsoft.com/office/2018/10/relationships/authors" Target="author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handoutMaster" Target="handoutMasters/handout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on Baasov" userId="675f8575db202d33" providerId="LiveId" clId="{6535A8C2-D6D1-40A6-B57B-6CAB1510FB70}"/>
    <pc:docChg chg="undo custSel modSld">
      <pc:chgData name="Inon Baasov" userId="675f8575db202d33" providerId="LiveId" clId="{6535A8C2-D6D1-40A6-B57B-6CAB1510FB70}" dt="2025-11-05T08:38:09.277" v="467" actId="1035"/>
      <pc:docMkLst>
        <pc:docMk/>
      </pc:docMkLst>
      <pc:sldChg chg="addSp modSp mod">
        <pc:chgData name="Inon Baasov" userId="675f8575db202d33" providerId="LiveId" clId="{6535A8C2-D6D1-40A6-B57B-6CAB1510FB70}" dt="2025-11-05T08:38:09.277" v="467" actId="1035"/>
        <pc:sldMkLst>
          <pc:docMk/>
          <pc:sldMk cId="1945325877" sldId="260"/>
        </pc:sldMkLst>
        <pc:spChg chg="mod">
          <ac:chgData name="Inon Baasov" userId="675f8575db202d33" providerId="LiveId" clId="{6535A8C2-D6D1-40A6-B57B-6CAB1510FB70}" dt="2025-11-05T08:21:35.747" v="0"/>
          <ac:spMkLst>
            <pc:docMk/>
            <pc:sldMk cId="1945325877" sldId="260"/>
            <ac:spMk id="5" creationId="{CD85A639-1B8A-878B-04BB-3EE82339007A}"/>
          </ac:spMkLst>
        </pc:spChg>
        <pc:spChg chg="mod">
          <ac:chgData name="Inon Baasov" userId="675f8575db202d33" providerId="LiveId" clId="{6535A8C2-D6D1-40A6-B57B-6CAB1510FB70}" dt="2025-11-05T08:32:50.789" v="218" actId="14100"/>
          <ac:spMkLst>
            <pc:docMk/>
            <pc:sldMk cId="1945325877" sldId="260"/>
            <ac:spMk id="7" creationId="{C74AC998-3F7B-596D-682D-63841FD8BC26}"/>
          </ac:spMkLst>
        </pc:spChg>
        <pc:spChg chg="mod">
          <ac:chgData name="Inon Baasov" userId="675f8575db202d33" providerId="LiveId" clId="{6535A8C2-D6D1-40A6-B57B-6CAB1510FB70}" dt="2025-11-05T08:38:09.277" v="467" actId="1035"/>
          <ac:spMkLst>
            <pc:docMk/>
            <pc:sldMk cId="1945325877" sldId="260"/>
            <ac:spMk id="9" creationId="{6871FAD5-DAC9-2E88-43EE-71DE2313B5BC}"/>
          </ac:spMkLst>
        </pc:spChg>
        <pc:spChg chg="mod">
          <ac:chgData name="Inon Baasov" userId="675f8575db202d33" providerId="LiveId" clId="{6535A8C2-D6D1-40A6-B57B-6CAB1510FB70}" dt="2025-11-05T08:38:09.277" v="467" actId="1035"/>
          <ac:spMkLst>
            <pc:docMk/>
            <pc:sldMk cId="1945325877" sldId="260"/>
            <ac:spMk id="10" creationId="{BA499EBC-730C-6472-42B1-4FBCAD1BA552}"/>
          </ac:spMkLst>
        </pc:spChg>
        <pc:spChg chg="mod">
          <ac:chgData name="Inon Baasov" userId="675f8575db202d33" providerId="LiveId" clId="{6535A8C2-D6D1-40A6-B57B-6CAB1510FB70}" dt="2025-11-05T08:33:16.957" v="266" actId="1035"/>
          <ac:spMkLst>
            <pc:docMk/>
            <pc:sldMk cId="1945325877" sldId="260"/>
            <ac:spMk id="11" creationId="{D6C75DF8-197B-BFD3-34D2-297D5EA3D213}"/>
          </ac:spMkLst>
        </pc:spChg>
        <pc:spChg chg="add mod">
          <ac:chgData name="Inon Baasov" userId="675f8575db202d33" providerId="LiveId" clId="{6535A8C2-D6D1-40A6-B57B-6CAB1510FB70}" dt="2025-11-05T08:38:09.277" v="467" actId="1035"/>
          <ac:spMkLst>
            <pc:docMk/>
            <pc:sldMk cId="1945325877" sldId="260"/>
            <ac:spMk id="13" creationId="{0C88FAEB-97AB-2239-F8DB-DED59615674D}"/>
          </ac:spMkLst>
        </pc:spChg>
        <pc:spChg chg="mod">
          <ac:chgData name="Inon Baasov" userId="675f8575db202d33" providerId="LiveId" clId="{6535A8C2-D6D1-40A6-B57B-6CAB1510FB70}" dt="2025-11-05T08:38:00.140" v="465" actId="1035"/>
          <ac:spMkLst>
            <pc:docMk/>
            <pc:sldMk cId="1945325877" sldId="260"/>
            <ac:spMk id="154" creationId="{7B120799-BCC3-8E46-2EA5-CFAE368C1FC7}"/>
          </ac:spMkLst>
        </pc:spChg>
        <pc:spChg chg="mod">
          <ac:chgData name="Inon Baasov" userId="675f8575db202d33" providerId="LiveId" clId="{6535A8C2-D6D1-40A6-B57B-6CAB1510FB70}" dt="2025-11-05T08:29:20.830" v="198" actId="1036"/>
          <ac:spMkLst>
            <pc:docMk/>
            <pc:sldMk cId="1945325877" sldId="260"/>
            <ac:spMk id="174" creationId="{67D1E309-1ED9-E676-89A4-61C198105A97}"/>
          </ac:spMkLst>
        </pc:spChg>
        <pc:grpChg chg="mod">
          <ac:chgData name="Inon Baasov" userId="675f8575db202d33" providerId="LiveId" clId="{6535A8C2-D6D1-40A6-B57B-6CAB1510FB70}" dt="2025-11-05T08:36:07.114" v="431" actId="164"/>
          <ac:grpSpMkLst>
            <pc:docMk/>
            <pc:sldMk cId="1945325877" sldId="260"/>
            <ac:grpSpMk id="8" creationId="{0706554B-DAEA-F04A-7818-F1555F0613DF}"/>
          </ac:grpSpMkLst>
        </pc:grpChg>
        <pc:grpChg chg="add mod">
          <ac:chgData name="Inon Baasov" userId="675f8575db202d33" providerId="LiveId" clId="{6535A8C2-D6D1-40A6-B57B-6CAB1510FB70}" dt="2025-11-05T08:36:07.114" v="431" actId="164"/>
          <ac:grpSpMkLst>
            <pc:docMk/>
            <pc:sldMk cId="1945325877" sldId="260"/>
            <ac:grpSpMk id="14" creationId="{ECC1ACAF-2762-F2BB-D0C1-E9505DACC9F5}"/>
          </ac:grpSpMkLst>
        </pc:grpChg>
        <pc:grpChg chg="mod">
          <ac:chgData name="Inon Baasov" userId="675f8575db202d33" providerId="LiveId" clId="{6535A8C2-D6D1-40A6-B57B-6CAB1510FB70}" dt="2025-11-05T08:29:02.559" v="191" actId="1035"/>
          <ac:grpSpMkLst>
            <pc:docMk/>
            <pc:sldMk cId="1945325877" sldId="260"/>
            <ac:grpSpMk id="236" creationId="{BA846034-E5B0-1F9D-ABEB-DA7831B54ABD}"/>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BD6D3A-6FF1-3245-8C0C-0CDAD9137D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441029F-5AC1-4540-B209-199E706F7F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3396E7-87BF-864A-BE04-A221C272D6E1}" type="datetimeFigureOut">
              <a:rPr lang="en-US" smtClean="0"/>
              <a:t>11/5/2025</a:t>
            </a:fld>
            <a:endParaRPr lang="en-US" dirty="0"/>
          </a:p>
        </p:txBody>
      </p:sp>
      <p:sp>
        <p:nvSpPr>
          <p:cNvPr id="4" name="Footer Placeholder 3">
            <a:extLst>
              <a:ext uri="{FF2B5EF4-FFF2-40B4-BE49-F238E27FC236}">
                <a16:creationId xmlns:a16="http://schemas.microsoft.com/office/drawing/2014/main" id="{9324ECBB-A41A-8545-BE90-99EEEFFE58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D882C71-B8E6-9B4A-85BE-BA104C2C46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C17898-3A10-CF44-A552-3280948685A7}" type="slidenum">
              <a:rPr lang="en-US" smtClean="0"/>
              <a:t>‹#›</a:t>
            </a:fld>
            <a:endParaRPr lang="en-US" dirty="0"/>
          </a:p>
        </p:txBody>
      </p:sp>
    </p:spTree>
    <p:extLst>
      <p:ext uri="{BB962C8B-B14F-4D97-AF65-F5344CB8AC3E}">
        <p14:creationId xmlns:p14="http://schemas.microsoft.com/office/powerpoint/2010/main" val="40082521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BDC7F0-27B3-48E7-9288-964E7EEDAEE4}" type="datetimeFigureOut">
              <a:rPr lang="en-US" smtClean="0"/>
              <a:t>11/5/2025</a:t>
            </a:fld>
            <a:endParaRPr lang="en-US" dirty="0"/>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E8996-8344-4FE8-B696-CB62494C532E}" type="slidenum">
              <a:rPr lang="en-US" smtClean="0"/>
              <a:t>‹#›</a:t>
            </a:fld>
            <a:endParaRPr lang="en-US" dirty="0"/>
          </a:p>
        </p:txBody>
      </p:sp>
    </p:spTree>
    <p:extLst>
      <p:ext uri="{BB962C8B-B14F-4D97-AF65-F5344CB8AC3E}">
        <p14:creationId xmlns:p14="http://schemas.microsoft.com/office/powerpoint/2010/main" val="1031590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3628FB-09C0-9218-8AD8-484522160E06}"/>
              </a:ext>
              <a:ext uri="{C183D7F6-B498-43B3-948B-1728B52AA6E4}">
                <adec:decorative xmlns:adec="http://schemas.microsoft.com/office/drawing/2017/decorative" val="1"/>
              </a:ext>
            </a:extLst>
          </p:cNvPr>
          <p:cNvSpPr/>
          <p:nvPr userDrawn="1"/>
        </p:nvSpPr>
        <p:spPr>
          <a:xfrm>
            <a:off x="0" y="0"/>
            <a:ext cx="3108960" cy="9144000"/>
          </a:xfrm>
          <a:prstGeom prst="rect">
            <a:avLst/>
          </a:prstGeom>
          <a:solidFill>
            <a:schemeClr val="accent5">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5">
            <a:extLst>
              <a:ext uri="{FF2B5EF4-FFF2-40B4-BE49-F238E27FC236}">
                <a16:creationId xmlns:a16="http://schemas.microsoft.com/office/drawing/2014/main" id="{DFB405A6-4054-4F5B-DFE8-CC8F1C8A40F0}"/>
              </a:ext>
            </a:extLst>
          </p:cNvPr>
          <p:cNvSpPr>
            <a:spLocks noGrp="1"/>
          </p:cNvSpPr>
          <p:nvPr>
            <p:ph type="title" hasCustomPrompt="1"/>
          </p:nvPr>
        </p:nvSpPr>
        <p:spPr>
          <a:xfrm>
            <a:off x="365982" y="334437"/>
            <a:ext cx="2547906" cy="1767417"/>
          </a:xfrm>
        </p:spPr>
        <p:txBody>
          <a:bodyPr>
            <a:normAutofit/>
          </a:bodyPr>
          <a:lstStyle>
            <a:lvl1pPr>
              <a:defRPr sz="4000" b="1">
                <a:solidFill>
                  <a:schemeClr val="accent5"/>
                </a:solidFill>
              </a:defRPr>
            </a:lvl1pPr>
          </a:lstStyle>
          <a:p>
            <a:r>
              <a:rPr lang="en-US" dirty="0"/>
              <a:t>Add Title</a:t>
            </a:r>
          </a:p>
        </p:txBody>
      </p:sp>
      <p:sp>
        <p:nvSpPr>
          <p:cNvPr id="15" name="Subtitle 1">
            <a:extLst>
              <a:ext uri="{FF2B5EF4-FFF2-40B4-BE49-F238E27FC236}">
                <a16:creationId xmlns:a16="http://schemas.microsoft.com/office/drawing/2014/main" id="{B5BBB822-3F61-8847-9FE1-AC2152B707DA}"/>
              </a:ext>
            </a:extLst>
          </p:cNvPr>
          <p:cNvSpPr>
            <a:spLocks noGrp="1"/>
          </p:cNvSpPr>
          <p:nvPr>
            <p:ph type="body" sz="quarter" idx="11" hasCustomPrompt="1"/>
          </p:nvPr>
        </p:nvSpPr>
        <p:spPr>
          <a:xfrm>
            <a:off x="365982" y="2161165"/>
            <a:ext cx="2255838" cy="409575"/>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8" name="Picture Placeholder 7">
            <a:extLst>
              <a:ext uri="{FF2B5EF4-FFF2-40B4-BE49-F238E27FC236}">
                <a16:creationId xmlns:a16="http://schemas.microsoft.com/office/drawing/2014/main" id="{4BB9DCF0-3C53-572B-BEDB-E6FF6DAEEE8C}"/>
              </a:ext>
            </a:extLst>
          </p:cNvPr>
          <p:cNvSpPr>
            <a:spLocks noGrp="1"/>
          </p:cNvSpPr>
          <p:nvPr>
            <p:ph type="pic" sz="quarter" idx="42"/>
          </p:nvPr>
        </p:nvSpPr>
        <p:spPr>
          <a:xfrm>
            <a:off x="393639" y="2534671"/>
            <a:ext cx="201168" cy="201168"/>
          </a:xfrm>
        </p:spPr>
        <p:txBody>
          <a:bodyPr lIns="0" tIns="0" rIns="0" bIns="0" anchor="ctr">
            <a:noAutofit/>
          </a:bodyPr>
          <a:lstStyle>
            <a:lvl1pPr marL="0" indent="0" algn="ctr">
              <a:buNone/>
              <a:defRPr sz="400"/>
            </a:lvl1pPr>
          </a:lstStyle>
          <a:p>
            <a:r>
              <a:rPr lang="en-US"/>
              <a:t>Click icon to add picture</a:t>
            </a:r>
            <a:endParaRPr lang="en-US" dirty="0"/>
          </a:p>
        </p:txBody>
      </p:sp>
      <p:sp>
        <p:nvSpPr>
          <p:cNvPr id="50" name="Text Placeholder 1">
            <a:extLst>
              <a:ext uri="{FF2B5EF4-FFF2-40B4-BE49-F238E27FC236}">
                <a16:creationId xmlns:a16="http://schemas.microsoft.com/office/drawing/2014/main" id="{848FBFDE-1CD7-2BB9-4D11-81BF1341E121}"/>
              </a:ext>
            </a:extLst>
          </p:cNvPr>
          <p:cNvSpPr>
            <a:spLocks noGrp="1"/>
          </p:cNvSpPr>
          <p:nvPr>
            <p:ph type="body" sz="quarter" idx="39" hasCustomPrompt="1"/>
          </p:nvPr>
        </p:nvSpPr>
        <p:spPr>
          <a:xfrm>
            <a:off x="608603" y="2531944"/>
            <a:ext cx="2255838" cy="207705"/>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9" name="Picture Placeholder 7">
            <a:extLst>
              <a:ext uri="{FF2B5EF4-FFF2-40B4-BE49-F238E27FC236}">
                <a16:creationId xmlns:a16="http://schemas.microsoft.com/office/drawing/2014/main" id="{5D02C291-F6CF-ACA7-A85C-5A6C8466216E}"/>
              </a:ext>
            </a:extLst>
          </p:cNvPr>
          <p:cNvSpPr>
            <a:spLocks noGrp="1"/>
          </p:cNvSpPr>
          <p:nvPr>
            <p:ph type="pic" sz="quarter" idx="43"/>
          </p:nvPr>
        </p:nvSpPr>
        <p:spPr>
          <a:xfrm>
            <a:off x="393639" y="2783314"/>
            <a:ext cx="201168" cy="201168"/>
          </a:xfrm>
        </p:spPr>
        <p:txBody>
          <a:bodyPr lIns="0" tIns="0" rIns="0" bIns="0" anchor="ctr">
            <a:noAutofit/>
          </a:bodyPr>
          <a:lstStyle>
            <a:lvl1pPr marL="0" indent="0" algn="ctr">
              <a:buNone/>
              <a:defRPr sz="400"/>
            </a:lvl1pPr>
          </a:lstStyle>
          <a:p>
            <a:r>
              <a:rPr lang="en-US"/>
              <a:t>Click icon to add picture</a:t>
            </a:r>
            <a:endParaRPr lang="en-US" dirty="0"/>
          </a:p>
        </p:txBody>
      </p:sp>
      <p:sp>
        <p:nvSpPr>
          <p:cNvPr id="51" name="Text Placeholder 2">
            <a:extLst>
              <a:ext uri="{FF2B5EF4-FFF2-40B4-BE49-F238E27FC236}">
                <a16:creationId xmlns:a16="http://schemas.microsoft.com/office/drawing/2014/main" id="{A07DDA14-3480-A3E9-1F0C-6BFCC39A012D}"/>
              </a:ext>
            </a:extLst>
          </p:cNvPr>
          <p:cNvSpPr>
            <a:spLocks noGrp="1"/>
          </p:cNvSpPr>
          <p:nvPr>
            <p:ph type="body" sz="quarter" idx="40" hasCustomPrompt="1"/>
          </p:nvPr>
        </p:nvSpPr>
        <p:spPr>
          <a:xfrm>
            <a:off x="608603" y="2782446"/>
            <a:ext cx="2255838" cy="207705"/>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0" name="Picture Placeholder 7">
            <a:extLst>
              <a:ext uri="{FF2B5EF4-FFF2-40B4-BE49-F238E27FC236}">
                <a16:creationId xmlns:a16="http://schemas.microsoft.com/office/drawing/2014/main" id="{738550BD-6F22-25CD-EC94-B9BAA332E79B}"/>
              </a:ext>
            </a:extLst>
          </p:cNvPr>
          <p:cNvSpPr>
            <a:spLocks noGrp="1"/>
          </p:cNvSpPr>
          <p:nvPr>
            <p:ph type="pic" sz="quarter" idx="44"/>
          </p:nvPr>
        </p:nvSpPr>
        <p:spPr>
          <a:xfrm>
            <a:off x="393639" y="3043387"/>
            <a:ext cx="201168" cy="201168"/>
          </a:xfrm>
        </p:spPr>
        <p:txBody>
          <a:bodyPr lIns="0" tIns="0" rIns="0" bIns="0" anchor="ctr">
            <a:noAutofit/>
          </a:bodyPr>
          <a:lstStyle>
            <a:lvl1pPr marL="0" indent="0" algn="ctr">
              <a:buNone/>
              <a:defRPr sz="400"/>
            </a:lvl1pPr>
          </a:lstStyle>
          <a:p>
            <a:r>
              <a:rPr lang="en-US"/>
              <a:t>Click icon to add picture</a:t>
            </a:r>
            <a:endParaRPr lang="en-US" dirty="0"/>
          </a:p>
        </p:txBody>
      </p:sp>
      <p:sp>
        <p:nvSpPr>
          <p:cNvPr id="52" name="Text Placeholder 3">
            <a:extLst>
              <a:ext uri="{FF2B5EF4-FFF2-40B4-BE49-F238E27FC236}">
                <a16:creationId xmlns:a16="http://schemas.microsoft.com/office/drawing/2014/main" id="{DD77BF0B-2F4E-26FF-6061-CE3BA6AE8AEB}"/>
              </a:ext>
            </a:extLst>
          </p:cNvPr>
          <p:cNvSpPr>
            <a:spLocks noGrp="1"/>
          </p:cNvSpPr>
          <p:nvPr>
            <p:ph type="body" sz="quarter" idx="41" hasCustomPrompt="1"/>
          </p:nvPr>
        </p:nvSpPr>
        <p:spPr>
          <a:xfrm>
            <a:off x="608603" y="3039200"/>
            <a:ext cx="2255838" cy="207705"/>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6" name="Subtitle 2">
            <a:extLst>
              <a:ext uri="{FF2B5EF4-FFF2-40B4-BE49-F238E27FC236}">
                <a16:creationId xmlns:a16="http://schemas.microsoft.com/office/drawing/2014/main" id="{DD302E13-9436-7180-A8BD-EA7BB15859AF}"/>
              </a:ext>
            </a:extLst>
          </p:cNvPr>
          <p:cNvSpPr>
            <a:spLocks noGrp="1"/>
          </p:cNvSpPr>
          <p:nvPr>
            <p:ph type="body" sz="quarter" idx="12" hasCustomPrompt="1"/>
          </p:nvPr>
        </p:nvSpPr>
        <p:spPr>
          <a:xfrm>
            <a:off x="365982" y="3556211"/>
            <a:ext cx="2255838" cy="409575"/>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48" name="Text Placeholder 4">
            <a:extLst>
              <a:ext uri="{FF2B5EF4-FFF2-40B4-BE49-F238E27FC236}">
                <a16:creationId xmlns:a16="http://schemas.microsoft.com/office/drawing/2014/main" id="{1F5ACFB8-6727-BA0B-8F16-5BD074AF8671}"/>
              </a:ext>
            </a:extLst>
          </p:cNvPr>
          <p:cNvSpPr>
            <a:spLocks noGrp="1"/>
          </p:cNvSpPr>
          <p:nvPr>
            <p:ph type="body" sz="quarter" idx="37" hasCustomPrompt="1"/>
          </p:nvPr>
        </p:nvSpPr>
        <p:spPr>
          <a:xfrm>
            <a:off x="346524" y="3944613"/>
            <a:ext cx="2255838" cy="207705"/>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49" name="Text Placeholder 5">
            <a:extLst>
              <a:ext uri="{FF2B5EF4-FFF2-40B4-BE49-F238E27FC236}">
                <a16:creationId xmlns:a16="http://schemas.microsoft.com/office/drawing/2014/main" id="{5537FE34-0820-E912-112A-604D2E8B6F70}"/>
              </a:ext>
            </a:extLst>
          </p:cNvPr>
          <p:cNvSpPr>
            <a:spLocks noGrp="1"/>
          </p:cNvSpPr>
          <p:nvPr>
            <p:ph type="body" sz="quarter" idx="38" hasCustomPrompt="1"/>
          </p:nvPr>
        </p:nvSpPr>
        <p:spPr>
          <a:xfrm>
            <a:off x="348163" y="4134291"/>
            <a:ext cx="2255838" cy="564352"/>
          </a:xfrm>
        </p:spPr>
        <p:txBody>
          <a:bodyPr>
            <a:noAutofit/>
          </a:bodyPr>
          <a:lstStyle>
            <a:lvl1pPr marL="0" indent="0">
              <a:lnSpc>
                <a:spcPts val="1500"/>
              </a:lnSpc>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7" name="Subtitle 3">
            <a:extLst>
              <a:ext uri="{FF2B5EF4-FFF2-40B4-BE49-F238E27FC236}">
                <a16:creationId xmlns:a16="http://schemas.microsoft.com/office/drawing/2014/main" id="{87ABDC44-9CB6-639F-8113-C39B4DC57051}"/>
              </a:ext>
            </a:extLst>
          </p:cNvPr>
          <p:cNvSpPr>
            <a:spLocks noGrp="1"/>
          </p:cNvSpPr>
          <p:nvPr>
            <p:ph type="body" sz="quarter" idx="13" hasCustomPrompt="1"/>
          </p:nvPr>
        </p:nvSpPr>
        <p:spPr>
          <a:xfrm>
            <a:off x="354259" y="4854087"/>
            <a:ext cx="2255838" cy="409575"/>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54" name="Text Placeholder 7">
            <a:extLst>
              <a:ext uri="{FF2B5EF4-FFF2-40B4-BE49-F238E27FC236}">
                <a16:creationId xmlns:a16="http://schemas.microsoft.com/office/drawing/2014/main" id="{25B77BB7-8B1E-B710-335A-667CFA293FA8}"/>
              </a:ext>
            </a:extLst>
          </p:cNvPr>
          <p:cNvSpPr>
            <a:spLocks noGrp="1"/>
          </p:cNvSpPr>
          <p:nvPr userDrawn="1">
            <p:ph type="body" sz="quarter" idx="45" hasCustomPrompt="1"/>
          </p:nvPr>
        </p:nvSpPr>
        <p:spPr>
          <a:xfrm>
            <a:off x="436483" y="5287168"/>
            <a:ext cx="1828800" cy="64008"/>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55" name="Text Placeholder 7">
            <a:extLst>
              <a:ext uri="{FF2B5EF4-FFF2-40B4-BE49-F238E27FC236}">
                <a16:creationId xmlns:a16="http://schemas.microsoft.com/office/drawing/2014/main" id="{205191D3-01D5-CF69-3362-65A63E79FFFB}"/>
              </a:ext>
            </a:extLst>
          </p:cNvPr>
          <p:cNvSpPr>
            <a:spLocks noGrp="1"/>
          </p:cNvSpPr>
          <p:nvPr userDrawn="1">
            <p:ph type="body" sz="quarter" idx="50" hasCustomPrompt="1"/>
          </p:nvPr>
        </p:nvSpPr>
        <p:spPr>
          <a:xfrm>
            <a:off x="436483" y="5287168"/>
            <a:ext cx="1307592" cy="64008"/>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0" name="Text Placeholder 6">
            <a:extLst>
              <a:ext uri="{FF2B5EF4-FFF2-40B4-BE49-F238E27FC236}">
                <a16:creationId xmlns:a16="http://schemas.microsoft.com/office/drawing/2014/main" id="{7B91F810-8716-53AA-45FC-BEB0D9035103}"/>
              </a:ext>
            </a:extLst>
          </p:cNvPr>
          <p:cNvSpPr>
            <a:spLocks noGrp="1"/>
          </p:cNvSpPr>
          <p:nvPr>
            <p:ph type="body" sz="quarter" idx="32" hasCustomPrompt="1"/>
          </p:nvPr>
        </p:nvSpPr>
        <p:spPr>
          <a:xfrm>
            <a:off x="353790" y="5342746"/>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56" name="Text Placeholder 7">
            <a:extLst>
              <a:ext uri="{FF2B5EF4-FFF2-40B4-BE49-F238E27FC236}">
                <a16:creationId xmlns:a16="http://schemas.microsoft.com/office/drawing/2014/main" id="{5100E32E-1E3F-0B39-F82A-95CA4FABA806}"/>
              </a:ext>
            </a:extLst>
          </p:cNvPr>
          <p:cNvSpPr>
            <a:spLocks noGrp="1"/>
          </p:cNvSpPr>
          <p:nvPr userDrawn="1">
            <p:ph type="body" sz="quarter" idx="46" hasCustomPrompt="1"/>
          </p:nvPr>
        </p:nvSpPr>
        <p:spPr>
          <a:xfrm>
            <a:off x="436483" y="5648288"/>
            <a:ext cx="1828800" cy="64008"/>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57" name="Text Placeholder 7">
            <a:extLst>
              <a:ext uri="{FF2B5EF4-FFF2-40B4-BE49-F238E27FC236}">
                <a16:creationId xmlns:a16="http://schemas.microsoft.com/office/drawing/2014/main" id="{4E4A64E9-E99A-661C-14D2-3651D11A4D39}"/>
              </a:ext>
            </a:extLst>
          </p:cNvPr>
          <p:cNvSpPr>
            <a:spLocks noGrp="1"/>
          </p:cNvSpPr>
          <p:nvPr userDrawn="1">
            <p:ph type="body" sz="quarter" idx="51" hasCustomPrompt="1"/>
          </p:nvPr>
        </p:nvSpPr>
        <p:spPr>
          <a:xfrm>
            <a:off x="436483" y="5648288"/>
            <a:ext cx="1737360" cy="64008"/>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1" name="Text Placeholder 7">
            <a:extLst>
              <a:ext uri="{FF2B5EF4-FFF2-40B4-BE49-F238E27FC236}">
                <a16:creationId xmlns:a16="http://schemas.microsoft.com/office/drawing/2014/main" id="{374C7F2F-446E-F9EB-F954-E1237F4FB375}"/>
              </a:ext>
            </a:extLst>
          </p:cNvPr>
          <p:cNvSpPr>
            <a:spLocks noGrp="1"/>
          </p:cNvSpPr>
          <p:nvPr>
            <p:ph type="body" sz="quarter" idx="33" hasCustomPrompt="1"/>
          </p:nvPr>
        </p:nvSpPr>
        <p:spPr>
          <a:xfrm>
            <a:off x="353790" y="5704696"/>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58" name="Text Placeholder 7">
            <a:extLst>
              <a:ext uri="{FF2B5EF4-FFF2-40B4-BE49-F238E27FC236}">
                <a16:creationId xmlns:a16="http://schemas.microsoft.com/office/drawing/2014/main" id="{72285F55-A7F4-BFBA-87CF-6E9EC63501EA}"/>
              </a:ext>
            </a:extLst>
          </p:cNvPr>
          <p:cNvSpPr>
            <a:spLocks noGrp="1"/>
          </p:cNvSpPr>
          <p:nvPr userDrawn="1">
            <p:ph type="body" sz="quarter" idx="47" hasCustomPrompt="1"/>
          </p:nvPr>
        </p:nvSpPr>
        <p:spPr>
          <a:xfrm>
            <a:off x="436483" y="6014191"/>
            <a:ext cx="1828800" cy="64008"/>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59" name="Text Placeholder 7">
            <a:extLst>
              <a:ext uri="{FF2B5EF4-FFF2-40B4-BE49-F238E27FC236}">
                <a16:creationId xmlns:a16="http://schemas.microsoft.com/office/drawing/2014/main" id="{861B721E-905B-B616-1FDC-23DA0F8D7988}"/>
              </a:ext>
            </a:extLst>
          </p:cNvPr>
          <p:cNvSpPr>
            <a:spLocks noGrp="1"/>
          </p:cNvSpPr>
          <p:nvPr userDrawn="1">
            <p:ph type="body" sz="quarter" idx="52" hasCustomPrompt="1"/>
          </p:nvPr>
        </p:nvSpPr>
        <p:spPr>
          <a:xfrm>
            <a:off x="436483" y="6014191"/>
            <a:ext cx="1737360" cy="64008"/>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4" name="Text Placeholder 8">
            <a:extLst>
              <a:ext uri="{FF2B5EF4-FFF2-40B4-BE49-F238E27FC236}">
                <a16:creationId xmlns:a16="http://schemas.microsoft.com/office/drawing/2014/main" id="{70A1DD9E-5637-BED4-D81D-26769E3A1D90}"/>
              </a:ext>
            </a:extLst>
          </p:cNvPr>
          <p:cNvSpPr>
            <a:spLocks noGrp="1"/>
          </p:cNvSpPr>
          <p:nvPr>
            <p:ph type="body" sz="quarter" idx="34" hasCustomPrompt="1"/>
          </p:nvPr>
        </p:nvSpPr>
        <p:spPr>
          <a:xfrm>
            <a:off x="353790" y="6081741"/>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60" name="Text Placeholder 7">
            <a:extLst>
              <a:ext uri="{FF2B5EF4-FFF2-40B4-BE49-F238E27FC236}">
                <a16:creationId xmlns:a16="http://schemas.microsoft.com/office/drawing/2014/main" id="{68195B5E-5A92-9DF8-69E6-1FDEF8625DA3}"/>
              </a:ext>
            </a:extLst>
          </p:cNvPr>
          <p:cNvSpPr>
            <a:spLocks noGrp="1"/>
          </p:cNvSpPr>
          <p:nvPr userDrawn="1">
            <p:ph type="body" sz="quarter" idx="48" hasCustomPrompt="1"/>
          </p:nvPr>
        </p:nvSpPr>
        <p:spPr>
          <a:xfrm>
            <a:off x="436483" y="6380715"/>
            <a:ext cx="1828800" cy="64008"/>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61" name="Text Placeholder 7">
            <a:extLst>
              <a:ext uri="{FF2B5EF4-FFF2-40B4-BE49-F238E27FC236}">
                <a16:creationId xmlns:a16="http://schemas.microsoft.com/office/drawing/2014/main" id="{9C13429E-3EB9-27EB-6C4C-198B8A05AE09}"/>
              </a:ext>
            </a:extLst>
          </p:cNvPr>
          <p:cNvSpPr>
            <a:spLocks noGrp="1"/>
          </p:cNvSpPr>
          <p:nvPr userDrawn="1">
            <p:ph type="body" sz="quarter" idx="53" hasCustomPrompt="1"/>
          </p:nvPr>
        </p:nvSpPr>
        <p:spPr>
          <a:xfrm>
            <a:off x="436483" y="6380715"/>
            <a:ext cx="1435608" cy="64008"/>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5" name="Text Placeholder 9">
            <a:extLst>
              <a:ext uri="{FF2B5EF4-FFF2-40B4-BE49-F238E27FC236}">
                <a16:creationId xmlns:a16="http://schemas.microsoft.com/office/drawing/2014/main" id="{30F8E052-026B-A2C7-00F9-5A8191673A2B}"/>
              </a:ext>
            </a:extLst>
          </p:cNvPr>
          <p:cNvSpPr>
            <a:spLocks noGrp="1"/>
          </p:cNvSpPr>
          <p:nvPr>
            <p:ph type="body" sz="quarter" idx="35" hasCustomPrompt="1"/>
          </p:nvPr>
        </p:nvSpPr>
        <p:spPr>
          <a:xfrm>
            <a:off x="365982" y="6442879"/>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62" name="Text Placeholder 7">
            <a:extLst>
              <a:ext uri="{FF2B5EF4-FFF2-40B4-BE49-F238E27FC236}">
                <a16:creationId xmlns:a16="http://schemas.microsoft.com/office/drawing/2014/main" id="{AEFFA591-7752-F08D-E538-700399739FF7}"/>
              </a:ext>
            </a:extLst>
          </p:cNvPr>
          <p:cNvSpPr>
            <a:spLocks noGrp="1"/>
          </p:cNvSpPr>
          <p:nvPr userDrawn="1">
            <p:ph type="body" sz="quarter" idx="49" hasCustomPrompt="1"/>
          </p:nvPr>
        </p:nvSpPr>
        <p:spPr>
          <a:xfrm>
            <a:off x="436483" y="6747843"/>
            <a:ext cx="1828800" cy="64008"/>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63" name="Text Placeholder 7">
            <a:extLst>
              <a:ext uri="{FF2B5EF4-FFF2-40B4-BE49-F238E27FC236}">
                <a16:creationId xmlns:a16="http://schemas.microsoft.com/office/drawing/2014/main" id="{84336FE2-8214-1829-A7AF-834DFC3FBA72}"/>
              </a:ext>
            </a:extLst>
          </p:cNvPr>
          <p:cNvSpPr>
            <a:spLocks noGrp="1"/>
          </p:cNvSpPr>
          <p:nvPr userDrawn="1">
            <p:ph type="body" sz="quarter" idx="54" hasCustomPrompt="1"/>
          </p:nvPr>
        </p:nvSpPr>
        <p:spPr>
          <a:xfrm>
            <a:off x="436483" y="6747843"/>
            <a:ext cx="1435608" cy="64008"/>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6" name="Text Placeholder 10">
            <a:extLst>
              <a:ext uri="{FF2B5EF4-FFF2-40B4-BE49-F238E27FC236}">
                <a16:creationId xmlns:a16="http://schemas.microsoft.com/office/drawing/2014/main" id="{2D92D201-D478-AF77-91E0-D694221200A5}"/>
              </a:ext>
            </a:extLst>
          </p:cNvPr>
          <p:cNvSpPr>
            <a:spLocks noGrp="1"/>
          </p:cNvSpPr>
          <p:nvPr>
            <p:ph type="body" sz="quarter" idx="36" hasCustomPrompt="1"/>
          </p:nvPr>
        </p:nvSpPr>
        <p:spPr>
          <a:xfrm>
            <a:off x="354259" y="6806974"/>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8" name="Subtitle 4">
            <a:extLst>
              <a:ext uri="{FF2B5EF4-FFF2-40B4-BE49-F238E27FC236}">
                <a16:creationId xmlns:a16="http://schemas.microsoft.com/office/drawing/2014/main" id="{16EB345E-375D-D8CB-E3AB-9902A9952D6B}"/>
              </a:ext>
            </a:extLst>
          </p:cNvPr>
          <p:cNvSpPr>
            <a:spLocks noGrp="1"/>
          </p:cNvSpPr>
          <p:nvPr>
            <p:ph type="body" sz="quarter" idx="14" hasCustomPrompt="1"/>
          </p:nvPr>
        </p:nvSpPr>
        <p:spPr>
          <a:xfrm>
            <a:off x="356223" y="7318775"/>
            <a:ext cx="2255838" cy="409575"/>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37" name="Text Placeholder 11">
            <a:extLst>
              <a:ext uri="{FF2B5EF4-FFF2-40B4-BE49-F238E27FC236}">
                <a16:creationId xmlns:a16="http://schemas.microsoft.com/office/drawing/2014/main" id="{C77B420B-6BBC-FE4B-C5A3-C2ACD2A87778}"/>
              </a:ext>
            </a:extLst>
          </p:cNvPr>
          <p:cNvSpPr>
            <a:spLocks noGrp="1"/>
          </p:cNvSpPr>
          <p:nvPr>
            <p:ph type="body" sz="quarter" idx="29" hasCustomPrompt="1"/>
          </p:nvPr>
        </p:nvSpPr>
        <p:spPr>
          <a:xfrm>
            <a:off x="348163" y="7694677"/>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8" name="Text Placeholder 12">
            <a:extLst>
              <a:ext uri="{FF2B5EF4-FFF2-40B4-BE49-F238E27FC236}">
                <a16:creationId xmlns:a16="http://schemas.microsoft.com/office/drawing/2014/main" id="{31D5C524-3FAF-06D9-E34A-A072BA1EE266}"/>
              </a:ext>
            </a:extLst>
          </p:cNvPr>
          <p:cNvSpPr>
            <a:spLocks noGrp="1"/>
          </p:cNvSpPr>
          <p:nvPr>
            <p:ph type="body" sz="quarter" idx="30" hasCustomPrompt="1"/>
          </p:nvPr>
        </p:nvSpPr>
        <p:spPr>
          <a:xfrm>
            <a:off x="348163" y="7959091"/>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9" name="Text Placeholder 13">
            <a:extLst>
              <a:ext uri="{FF2B5EF4-FFF2-40B4-BE49-F238E27FC236}">
                <a16:creationId xmlns:a16="http://schemas.microsoft.com/office/drawing/2014/main" id="{C2968ADF-5ABD-381F-F8DE-1924F7AE7100}"/>
              </a:ext>
            </a:extLst>
          </p:cNvPr>
          <p:cNvSpPr>
            <a:spLocks noGrp="1"/>
          </p:cNvSpPr>
          <p:nvPr>
            <p:ph type="body" sz="quarter" idx="31" hasCustomPrompt="1"/>
          </p:nvPr>
        </p:nvSpPr>
        <p:spPr>
          <a:xfrm>
            <a:off x="348163" y="8189832"/>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4" name="Subtitle 5">
            <a:extLst>
              <a:ext uri="{FF2B5EF4-FFF2-40B4-BE49-F238E27FC236}">
                <a16:creationId xmlns:a16="http://schemas.microsoft.com/office/drawing/2014/main" id="{57B755CC-C1F4-1BA2-EE05-6161797B11EF}"/>
              </a:ext>
            </a:extLst>
          </p:cNvPr>
          <p:cNvSpPr>
            <a:spLocks noGrp="1"/>
          </p:cNvSpPr>
          <p:nvPr>
            <p:ph type="body" sz="quarter" idx="10" hasCustomPrompt="1"/>
          </p:nvPr>
        </p:nvSpPr>
        <p:spPr>
          <a:xfrm>
            <a:off x="3411232" y="727563"/>
            <a:ext cx="2255838" cy="409575"/>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21" name="Text Placeholder 14">
            <a:extLst>
              <a:ext uri="{FF2B5EF4-FFF2-40B4-BE49-F238E27FC236}">
                <a16:creationId xmlns:a16="http://schemas.microsoft.com/office/drawing/2014/main" id="{6701F2F4-7594-5D03-D154-7ABCBE39DC3A}"/>
              </a:ext>
            </a:extLst>
          </p:cNvPr>
          <p:cNvSpPr>
            <a:spLocks noGrp="1"/>
          </p:cNvSpPr>
          <p:nvPr>
            <p:ph type="body" sz="quarter" idx="16" hasCustomPrompt="1"/>
          </p:nvPr>
        </p:nvSpPr>
        <p:spPr>
          <a:xfrm>
            <a:off x="3411232" y="1121223"/>
            <a:ext cx="2255838" cy="207705"/>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2" name="Text Placeholder 15">
            <a:extLst>
              <a:ext uri="{FF2B5EF4-FFF2-40B4-BE49-F238E27FC236}">
                <a16:creationId xmlns:a16="http://schemas.microsoft.com/office/drawing/2014/main" id="{BBFCDBE8-D7C4-CF4F-E94C-BBB350E77642}"/>
              </a:ext>
            </a:extLst>
          </p:cNvPr>
          <p:cNvSpPr>
            <a:spLocks noGrp="1"/>
          </p:cNvSpPr>
          <p:nvPr>
            <p:ph type="body" sz="quarter" idx="17" hasCustomPrompt="1"/>
          </p:nvPr>
        </p:nvSpPr>
        <p:spPr>
          <a:xfrm>
            <a:off x="3411232" y="1310901"/>
            <a:ext cx="2255838" cy="207705"/>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3" name="Text Placeholder 16">
            <a:extLst>
              <a:ext uri="{FF2B5EF4-FFF2-40B4-BE49-F238E27FC236}">
                <a16:creationId xmlns:a16="http://schemas.microsoft.com/office/drawing/2014/main" id="{6EACADD5-0C03-B318-5BE9-37EFC79D590C}"/>
              </a:ext>
            </a:extLst>
          </p:cNvPr>
          <p:cNvSpPr>
            <a:spLocks noGrp="1"/>
          </p:cNvSpPr>
          <p:nvPr>
            <p:ph type="body" sz="quarter" idx="18" hasCustomPrompt="1"/>
          </p:nvPr>
        </p:nvSpPr>
        <p:spPr>
          <a:xfrm>
            <a:off x="3411232" y="1528487"/>
            <a:ext cx="2255838" cy="207705"/>
          </a:xfrm>
        </p:spPr>
        <p:txBody>
          <a:bodyPr>
            <a:noAutofit/>
          </a:bodyPr>
          <a:lstStyle>
            <a:lvl1pPr marL="0" indent="0">
              <a:buNone/>
              <a:defRPr sz="8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4" name="Text Placeholder 17">
            <a:extLst>
              <a:ext uri="{FF2B5EF4-FFF2-40B4-BE49-F238E27FC236}">
                <a16:creationId xmlns:a16="http://schemas.microsoft.com/office/drawing/2014/main" id="{E6E42F90-B451-B5B0-7FE5-99BD43EE487C}"/>
              </a:ext>
            </a:extLst>
          </p:cNvPr>
          <p:cNvSpPr>
            <a:spLocks noGrp="1"/>
          </p:cNvSpPr>
          <p:nvPr>
            <p:ph type="body" sz="quarter" idx="19" hasCustomPrompt="1"/>
          </p:nvPr>
        </p:nvSpPr>
        <p:spPr>
          <a:xfrm>
            <a:off x="3411232" y="1752954"/>
            <a:ext cx="2957512" cy="1275851"/>
          </a:xfrm>
        </p:spPr>
        <p:txBody>
          <a:bodyPr>
            <a:noAutofit/>
          </a:bodyPr>
          <a:lstStyle>
            <a:lvl1pPr marL="0" indent="0">
              <a:lnSpc>
                <a:spcPts val="1500"/>
              </a:lnSpc>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6" name="Text Placeholder 18">
            <a:extLst>
              <a:ext uri="{FF2B5EF4-FFF2-40B4-BE49-F238E27FC236}">
                <a16:creationId xmlns:a16="http://schemas.microsoft.com/office/drawing/2014/main" id="{231BB45D-9F27-B4AC-930B-75553AB2F6D9}"/>
              </a:ext>
            </a:extLst>
          </p:cNvPr>
          <p:cNvSpPr>
            <a:spLocks noGrp="1"/>
          </p:cNvSpPr>
          <p:nvPr>
            <p:ph type="body" sz="quarter" idx="20" hasCustomPrompt="1"/>
          </p:nvPr>
        </p:nvSpPr>
        <p:spPr>
          <a:xfrm>
            <a:off x="3411232" y="3082197"/>
            <a:ext cx="2255838" cy="207705"/>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7" name="Text Placeholder 19">
            <a:extLst>
              <a:ext uri="{FF2B5EF4-FFF2-40B4-BE49-F238E27FC236}">
                <a16:creationId xmlns:a16="http://schemas.microsoft.com/office/drawing/2014/main" id="{79396527-1343-6E5F-01F2-7F6787FC0A68}"/>
              </a:ext>
            </a:extLst>
          </p:cNvPr>
          <p:cNvSpPr>
            <a:spLocks noGrp="1"/>
          </p:cNvSpPr>
          <p:nvPr>
            <p:ph type="body" sz="quarter" idx="21" hasCustomPrompt="1"/>
          </p:nvPr>
        </p:nvSpPr>
        <p:spPr>
          <a:xfrm>
            <a:off x="3411232" y="3302355"/>
            <a:ext cx="2255838" cy="207705"/>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8" name="Text Placeholder 20">
            <a:extLst>
              <a:ext uri="{FF2B5EF4-FFF2-40B4-BE49-F238E27FC236}">
                <a16:creationId xmlns:a16="http://schemas.microsoft.com/office/drawing/2014/main" id="{5DD329E3-4DD8-5AAB-F563-041FA3DA46DC}"/>
              </a:ext>
            </a:extLst>
          </p:cNvPr>
          <p:cNvSpPr>
            <a:spLocks noGrp="1"/>
          </p:cNvSpPr>
          <p:nvPr>
            <p:ph type="body" sz="quarter" idx="22" hasCustomPrompt="1"/>
          </p:nvPr>
        </p:nvSpPr>
        <p:spPr>
          <a:xfrm>
            <a:off x="3411232" y="3519941"/>
            <a:ext cx="2255838" cy="207705"/>
          </a:xfrm>
        </p:spPr>
        <p:txBody>
          <a:bodyPr>
            <a:noAutofit/>
          </a:bodyPr>
          <a:lstStyle>
            <a:lvl1pPr marL="0" indent="0">
              <a:buNone/>
              <a:defRPr sz="8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9" name="Text Placeholder 21">
            <a:extLst>
              <a:ext uri="{FF2B5EF4-FFF2-40B4-BE49-F238E27FC236}">
                <a16:creationId xmlns:a16="http://schemas.microsoft.com/office/drawing/2014/main" id="{AEF84B5D-0AD9-27D5-7981-DC077EDAA1C4}"/>
              </a:ext>
            </a:extLst>
          </p:cNvPr>
          <p:cNvSpPr>
            <a:spLocks noGrp="1"/>
          </p:cNvSpPr>
          <p:nvPr>
            <p:ph type="body" sz="quarter" idx="23" hasCustomPrompt="1"/>
          </p:nvPr>
        </p:nvSpPr>
        <p:spPr>
          <a:xfrm>
            <a:off x="3411232" y="3762696"/>
            <a:ext cx="3050796" cy="1091391"/>
          </a:xfrm>
        </p:spPr>
        <p:txBody>
          <a:bodyPr>
            <a:noAutofit/>
          </a:bodyPr>
          <a:lstStyle>
            <a:lvl1pPr marL="0" indent="0">
              <a:lnSpc>
                <a:spcPts val="1500"/>
              </a:lnSpc>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2" name="Text Placeholder 22">
            <a:extLst>
              <a:ext uri="{FF2B5EF4-FFF2-40B4-BE49-F238E27FC236}">
                <a16:creationId xmlns:a16="http://schemas.microsoft.com/office/drawing/2014/main" id="{3DE965BF-79E4-51BB-D900-79E59887459F}"/>
              </a:ext>
            </a:extLst>
          </p:cNvPr>
          <p:cNvSpPr>
            <a:spLocks noGrp="1"/>
          </p:cNvSpPr>
          <p:nvPr>
            <p:ph type="body" sz="quarter" idx="24" hasCustomPrompt="1"/>
          </p:nvPr>
        </p:nvSpPr>
        <p:spPr>
          <a:xfrm>
            <a:off x="3411232" y="4886903"/>
            <a:ext cx="2255838" cy="207705"/>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3" name="Text Placeholder 23">
            <a:extLst>
              <a:ext uri="{FF2B5EF4-FFF2-40B4-BE49-F238E27FC236}">
                <a16:creationId xmlns:a16="http://schemas.microsoft.com/office/drawing/2014/main" id="{9045A0A8-0EF1-B403-236A-2DF3B7A058AD}"/>
              </a:ext>
            </a:extLst>
          </p:cNvPr>
          <p:cNvSpPr>
            <a:spLocks noGrp="1"/>
          </p:cNvSpPr>
          <p:nvPr>
            <p:ph type="body" sz="quarter" idx="25" hasCustomPrompt="1"/>
          </p:nvPr>
        </p:nvSpPr>
        <p:spPr>
          <a:xfrm>
            <a:off x="3411232" y="5076581"/>
            <a:ext cx="2255838" cy="207705"/>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4" name="Text Placeholder 24">
            <a:extLst>
              <a:ext uri="{FF2B5EF4-FFF2-40B4-BE49-F238E27FC236}">
                <a16:creationId xmlns:a16="http://schemas.microsoft.com/office/drawing/2014/main" id="{1E1250C8-A56F-54E4-2F74-E8111C1EBBFD}"/>
              </a:ext>
            </a:extLst>
          </p:cNvPr>
          <p:cNvSpPr>
            <a:spLocks noGrp="1"/>
          </p:cNvSpPr>
          <p:nvPr>
            <p:ph type="body" sz="quarter" idx="26" hasCustomPrompt="1"/>
          </p:nvPr>
        </p:nvSpPr>
        <p:spPr>
          <a:xfrm>
            <a:off x="3411232" y="5306359"/>
            <a:ext cx="2255838" cy="207705"/>
          </a:xfrm>
        </p:spPr>
        <p:txBody>
          <a:bodyPr>
            <a:noAutofit/>
          </a:bodyPr>
          <a:lstStyle>
            <a:lvl1pPr marL="0" indent="0">
              <a:buNone/>
              <a:defRPr sz="8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5" name="Text Placeholder 25">
            <a:extLst>
              <a:ext uri="{FF2B5EF4-FFF2-40B4-BE49-F238E27FC236}">
                <a16:creationId xmlns:a16="http://schemas.microsoft.com/office/drawing/2014/main" id="{49A63675-1646-B628-7CDF-CC4F1FB368DA}"/>
              </a:ext>
            </a:extLst>
          </p:cNvPr>
          <p:cNvSpPr>
            <a:spLocks noGrp="1"/>
          </p:cNvSpPr>
          <p:nvPr>
            <p:ph type="body" sz="quarter" idx="27" hasCustomPrompt="1"/>
          </p:nvPr>
        </p:nvSpPr>
        <p:spPr>
          <a:xfrm>
            <a:off x="3411232" y="5543018"/>
            <a:ext cx="3045044" cy="1091391"/>
          </a:xfrm>
        </p:spPr>
        <p:txBody>
          <a:bodyPr>
            <a:noAutofit/>
          </a:bodyPr>
          <a:lstStyle>
            <a:lvl1pPr marL="0" indent="0">
              <a:lnSpc>
                <a:spcPts val="1500"/>
              </a:lnSpc>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9" name="Subtitle 6">
            <a:extLst>
              <a:ext uri="{FF2B5EF4-FFF2-40B4-BE49-F238E27FC236}">
                <a16:creationId xmlns:a16="http://schemas.microsoft.com/office/drawing/2014/main" id="{99A0F316-873B-EF84-45C8-62541070FCFA}"/>
              </a:ext>
            </a:extLst>
          </p:cNvPr>
          <p:cNvSpPr>
            <a:spLocks noGrp="1"/>
          </p:cNvSpPr>
          <p:nvPr>
            <p:ph type="body" sz="quarter" idx="15" hasCustomPrompt="1"/>
          </p:nvPr>
        </p:nvSpPr>
        <p:spPr>
          <a:xfrm>
            <a:off x="3411232" y="6865150"/>
            <a:ext cx="2255838" cy="409575"/>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36" name="Text Placeholder 26">
            <a:extLst>
              <a:ext uri="{FF2B5EF4-FFF2-40B4-BE49-F238E27FC236}">
                <a16:creationId xmlns:a16="http://schemas.microsoft.com/office/drawing/2014/main" id="{4D514417-B19E-BA52-F9B2-8DCF47F55B67}"/>
              </a:ext>
            </a:extLst>
          </p:cNvPr>
          <p:cNvSpPr>
            <a:spLocks noGrp="1"/>
          </p:cNvSpPr>
          <p:nvPr>
            <p:ph type="body" sz="quarter" idx="28" hasCustomPrompt="1"/>
          </p:nvPr>
        </p:nvSpPr>
        <p:spPr>
          <a:xfrm>
            <a:off x="3411232" y="7245402"/>
            <a:ext cx="2255838" cy="1288998"/>
          </a:xfrm>
        </p:spPr>
        <p:txBody>
          <a:bodyPr>
            <a:noAutofit/>
          </a:bodyPr>
          <a:lstStyle>
            <a:lvl1pPr marL="0" indent="0">
              <a:lnSpc>
                <a:spcPct val="100000"/>
              </a:lnSpc>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Tree>
    <p:extLst>
      <p:ext uri="{BB962C8B-B14F-4D97-AF65-F5344CB8AC3E}">
        <p14:creationId xmlns:p14="http://schemas.microsoft.com/office/powerpoint/2010/main" val="310476560"/>
      </p:ext>
    </p:extLst>
  </p:cSld>
  <p:clrMapOvr>
    <a:masterClrMapping/>
  </p:clrMapOvr>
  <p:extLst>
    <p:ext uri="{DCECCB84-F9BA-43D5-87BE-67443E8EF086}">
      <p15:sldGuideLst xmlns:p15="http://schemas.microsoft.com/office/powerpoint/2012/main">
        <p15:guide id="1" orient="horz" pos="2880">
          <p15:clr>
            <a:srgbClr val="FBAE40"/>
          </p15:clr>
        </p15:guide>
        <p15:guide id="2"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E8C10ABA-8587-C140-975A-2657A46279AA}"/>
              </a:ext>
            </a:extLst>
          </p:cNvPr>
          <p:cNvSpPr>
            <a:spLocks noGrp="1"/>
          </p:cNvSpPr>
          <p:nvPr>
            <p:ph type="title" hasCustomPrompt="1"/>
          </p:nvPr>
        </p:nvSpPr>
        <p:spPr>
          <a:xfrm>
            <a:off x="379684" y="406653"/>
            <a:ext cx="5131177" cy="535531"/>
          </a:xfrm>
        </p:spPr>
        <p:txBody>
          <a:bodyPr lIns="0" rIns="0">
            <a:noAutofit/>
          </a:bodyPr>
          <a:lstStyle>
            <a:lvl1pPr>
              <a:defRPr sz="3600" b="0" i="0">
                <a:solidFill>
                  <a:schemeClr val="accent4">
                    <a:lumMod val="50000"/>
                  </a:schemeClr>
                </a:solidFill>
                <a:latin typeface="+mn-lt"/>
              </a:defRPr>
            </a:lvl1pPr>
          </a:lstStyle>
          <a:p>
            <a:r>
              <a:rPr lang="en-US" noProof="0"/>
              <a:t>NAME HERE</a:t>
            </a:r>
          </a:p>
        </p:txBody>
      </p:sp>
      <p:sp>
        <p:nvSpPr>
          <p:cNvPr id="20" name="Text Placeholder 18" hidden="1">
            <a:extLst>
              <a:ext uri="{FF2B5EF4-FFF2-40B4-BE49-F238E27FC236}">
                <a16:creationId xmlns:a16="http://schemas.microsoft.com/office/drawing/2014/main" id="{5B977851-1691-7D44-B07D-01B553D09910}"/>
              </a:ext>
            </a:extLst>
          </p:cNvPr>
          <p:cNvSpPr>
            <a:spLocks noGrp="1"/>
          </p:cNvSpPr>
          <p:nvPr>
            <p:ph type="body" sz="quarter" idx="11" hasCustomPrompt="1"/>
          </p:nvPr>
        </p:nvSpPr>
        <p:spPr>
          <a:xfrm>
            <a:off x="3464815" y="6296395"/>
            <a:ext cx="1534463" cy="234319"/>
          </a:xfrm>
        </p:spPr>
        <p:txBody>
          <a:bodyPr lIns="0" rIns="0" anchor="ctr">
            <a:noAutofit/>
          </a:bodyPr>
          <a:lstStyle>
            <a:lvl1pPr marL="0" indent="0">
              <a:buNone/>
              <a:defRPr sz="120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EDUCATION</a:t>
            </a:r>
          </a:p>
        </p:txBody>
      </p:sp>
      <p:sp>
        <p:nvSpPr>
          <p:cNvPr id="25" name="Text Placeholder 18" hidden="1">
            <a:extLst>
              <a:ext uri="{FF2B5EF4-FFF2-40B4-BE49-F238E27FC236}">
                <a16:creationId xmlns:a16="http://schemas.microsoft.com/office/drawing/2014/main" id="{420A5075-C2B7-444D-BC6C-6938ACA01FF6}"/>
              </a:ext>
            </a:extLst>
          </p:cNvPr>
          <p:cNvSpPr>
            <a:spLocks noGrp="1"/>
          </p:cNvSpPr>
          <p:nvPr>
            <p:ph type="body" sz="quarter" idx="12" hasCustomPrompt="1"/>
          </p:nvPr>
        </p:nvSpPr>
        <p:spPr>
          <a:xfrm>
            <a:off x="4100528" y="6603863"/>
            <a:ext cx="1359978" cy="271074"/>
          </a:xfrm>
        </p:spPr>
        <p:txBody>
          <a:bodyPr lIns="0" rIns="0" anchor="ctr">
            <a:normAutofit/>
          </a:bodyPr>
          <a:lstStyle>
            <a:lvl1pPr marL="0" indent="0">
              <a:buNone/>
              <a:defRPr sz="120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School Name</a:t>
            </a:r>
          </a:p>
        </p:txBody>
      </p:sp>
      <p:sp>
        <p:nvSpPr>
          <p:cNvPr id="30" name="Text Placeholder 18" hidden="1">
            <a:extLst>
              <a:ext uri="{FF2B5EF4-FFF2-40B4-BE49-F238E27FC236}">
                <a16:creationId xmlns:a16="http://schemas.microsoft.com/office/drawing/2014/main" id="{5C2D1E8C-5EC6-3F41-93FE-E77D60FCAF9D}"/>
              </a:ext>
            </a:extLst>
          </p:cNvPr>
          <p:cNvSpPr>
            <a:spLocks noGrp="1"/>
          </p:cNvSpPr>
          <p:nvPr>
            <p:ph type="body" sz="quarter" idx="13" hasCustomPrompt="1"/>
          </p:nvPr>
        </p:nvSpPr>
        <p:spPr>
          <a:xfrm>
            <a:off x="4100528" y="6843268"/>
            <a:ext cx="1359978" cy="203662"/>
          </a:xfrm>
        </p:spPr>
        <p:txBody>
          <a:bodyPr lIns="0" rIns="0" anchor="ctr">
            <a:noAutofit/>
          </a:bodyPr>
          <a:lstStyle>
            <a:lvl1pPr marL="0" indent="0">
              <a:buNone/>
              <a:defRPr sz="1200">
                <a:solidFill>
                  <a:schemeClr val="bg1"/>
                </a:solidFill>
                <a:latin typeface="+mj-lt"/>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[Date From]-[To]</a:t>
            </a:r>
          </a:p>
        </p:txBody>
      </p:sp>
      <p:sp>
        <p:nvSpPr>
          <p:cNvPr id="31" name="Text Placeholder 18" hidden="1">
            <a:extLst>
              <a:ext uri="{FF2B5EF4-FFF2-40B4-BE49-F238E27FC236}">
                <a16:creationId xmlns:a16="http://schemas.microsoft.com/office/drawing/2014/main" id="{5262C941-7E67-EA41-A288-3F705E28D280}"/>
              </a:ext>
            </a:extLst>
          </p:cNvPr>
          <p:cNvSpPr>
            <a:spLocks noGrp="1"/>
          </p:cNvSpPr>
          <p:nvPr>
            <p:ph type="body" sz="quarter" idx="14" hasCustomPrompt="1"/>
          </p:nvPr>
        </p:nvSpPr>
        <p:spPr>
          <a:xfrm>
            <a:off x="4100528" y="7036079"/>
            <a:ext cx="1359978" cy="203662"/>
          </a:xfrm>
        </p:spPr>
        <p:txBody>
          <a:bodyPr lIns="0" rIns="0" anchor="ctr">
            <a:noAutofit/>
          </a:bodyPr>
          <a:lstStyle>
            <a:lvl1pPr marL="0" indent="0">
              <a:buNone/>
              <a:defRPr sz="1200" i="1">
                <a:solidFill>
                  <a:schemeClr val="bg1"/>
                </a:solidFill>
                <a:latin typeface="+mj-lt"/>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[Name of Degree]</a:t>
            </a:r>
          </a:p>
        </p:txBody>
      </p:sp>
      <p:sp>
        <p:nvSpPr>
          <p:cNvPr id="42" name="Text Placeholder 18" hidden="1">
            <a:extLst>
              <a:ext uri="{FF2B5EF4-FFF2-40B4-BE49-F238E27FC236}">
                <a16:creationId xmlns:a16="http://schemas.microsoft.com/office/drawing/2014/main" id="{BF56832D-FE58-2F46-9555-1CCA6C0981CF}"/>
              </a:ext>
            </a:extLst>
          </p:cNvPr>
          <p:cNvSpPr>
            <a:spLocks noGrp="1"/>
          </p:cNvSpPr>
          <p:nvPr>
            <p:ph type="body" sz="quarter" idx="15" hasCustomPrompt="1"/>
          </p:nvPr>
        </p:nvSpPr>
        <p:spPr>
          <a:xfrm>
            <a:off x="5904434" y="7040230"/>
            <a:ext cx="693702" cy="202510"/>
          </a:xfrm>
        </p:spPr>
        <p:txBody>
          <a:bodyPr lIns="0" rIns="0" anchor="ctr">
            <a:normAutofit/>
          </a:bodyPr>
          <a:lstStyle>
            <a:lvl1pPr marL="0" indent="0" algn="ctr">
              <a:buNone/>
              <a:defRPr sz="140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GPA</a:t>
            </a:r>
          </a:p>
        </p:txBody>
      </p:sp>
      <p:sp>
        <p:nvSpPr>
          <p:cNvPr id="43" name="Text Placeholder 18" hidden="1">
            <a:extLst>
              <a:ext uri="{FF2B5EF4-FFF2-40B4-BE49-F238E27FC236}">
                <a16:creationId xmlns:a16="http://schemas.microsoft.com/office/drawing/2014/main" id="{FDF93C53-2C8A-884C-B211-EF7B46AB70A6}"/>
              </a:ext>
            </a:extLst>
          </p:cNvPr>
          <p:cNvSpPr>
            <a:spLocks noGrp="1"/>
          </p:cNvSpPr>
          <p:nvPr>
            <p:ph type="body" sz="quarter" idx="16" hasCustomPrompt="1"/>
          </p:nvPr>
        </p:nvSpPr>
        <p:spPr>
          <a:xfrm>
            <a:off x="5904434" y="6653422"/>
            <a:ext cx="693702" cy="393552"/>
          </a:xfrm>
        </p:spPr>
        <p:txBody>
          <a:bodyPr lIns="0" rIns="0" anchor="ctr">
            <a:noAutofit/>
          </a:bodyPr>
          <a:lstStyle>
            <a:lvl1pPr marL="0" indent="0" algn="ctr">
              <a:buNone/>
              <a:defRPr sz="3200" b="1">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4.0</a:t>
            </a:r>
          </a:p>
        </p:txBody>
      </p:sp>
      <p:sp>
        <p:nvSpPr>
          <p:cNvPr id="96" name="Text Placeholder 8" hidden="1">
            <a:extLst>
              <a:ext uri="{FF2B5EF4-FFF2-40B4-BE49-F238E27FC236}">
                <a16:creationId xmlns:a16="http://schemas.microsoft.com/office/drawing/2014/main" id="{2B1A41A9-8C5A-224E-9B99-968DDF5B8251}"/>
              </a:ext>
            </a:extLst>
          </p:cNvPr>
          <p:cNvSpPr>
            <a:spLocks noGrp="1"/>
          </p:cNvSpPr>
          <p:nvPr>
            <p:ph type="body" sz="quarter" idx="26" hasCustomPrompt="1"/>
          </p:nvPr>
        </p:nvSpPr>
        <p:spPr>
          <a:xfrm>
            <a:off x="379684" y="1569344"/>
            <a:ext cx="2925613" cy="248809"/>
          </a:xfrm>
        </p:spPr>
        <p:txBody>
          <a:bodyPr lIns="0" rIns="0" anchor="ctr">
            <a:noAutofit/>
          </a:bodyPr>
          <a:lstStyle>
            <a:lvl1pPr marL="0" indent="0">
              <a:buNone/>
              <a:defRPr sz="1100" b="0" i="0">
                <a:solidFill>
                  <a:schemeClr val="bg1"/>
                </a:solidFill>
              </a:defRPr>
            </a:lvl1pPr>
          </a:lstStyle>
          <a:p>
            <a:pPr lvl="0"/>
            <a:r>
              <a:rPr lang="en-US" noProof="0"/>
              <a:t>Company Name | Job Title</a:t>
            </a:r>
          </a:p>
        </p:txBody>
      </p:sp>
      <p:sp>
        <p:nvSpPr>
          <p:cNvPr id="97" name="Text Placeholder 8" hidden="1">
            <a:extLst>
              <a:ext uri="{FF2B5EF4-FFF2-40B4-BE49-F238E27FC236}">
                <a16:creationId xmlns:a16="http://schemas.microsoft.com/office/drawing/2014/main" id="{621A3ADB-23BD-8F43-BACD-95921D4463F0}"/>
              </a:ext>
            </a:extLst>
          </p:cNvPr>
          <p:cNvSpPr>
            <a:spLocks noGrp="1"/>
          </p:cNvSpPr>
          <p:nvPr>
            <p:ph type="body" sz="quarter" idx="27" hasCustomPrompt="1"/>
          </p:nvPr>
        </p:nvSpPr>
        <p:spPr>
          <a:xfrm>
            <a:off x="379684" y="1860357"/>
            <a:ext cx="2925613" cy="144438"/>
          </a:xfrm>
        </p:spPr>
        <p:txBody>
          <a:bodyPr lIns="0" rIns="0" anchor="ctr">
            <a:noAutofit/>
          </a:bodyPr>
          <a:lstStyle>
            <a:lvl1pPr marL="0" indent="0">
              <a:buNone/>
              <a:defRPr sz="1000" b="0" i="0">
                <a:solidFill>
                  <a:schemeClr val="bg1"/>
                </a:solidFill>
              </a:defRPr>
            </a:lvl1pPr>
          </a:lstStyle>
          <a:p>
            <a:pPr lvl="0"/>
            <a:r>
              <a:rPr lang="en-US" noProof="0"/>
              <a:t>[Dates From]-[To]</a:t>
            </a:r>
          </a:p>
        </p:txBody>
      </p:sp>
      <p:sp>
        <p:nvSpPr>
          <p:cNvPr id="98" name="Text Placeholder 8" hidden="1">
            <a:extLst>
              <a:ext uri="{FF2B5EF4-FFF2-40B4-BE49-F238E27FC236}">
                <a16:creationId xmlns:a16="http://schemas.microsoft.com/office/drawing/2014/main" id="{D6D17EAF-2F02-AA4A-8E44-8B309C23BE74}"/>
              </a:ext>
            </a:extLst>
          </p:cNvPr>
          <p:cNvSpPr>
            <a:spLocks noGrp="1"/>
          </p:cNvSpPr>
          <p:nvPr>
            <p:ph type="body" sz="quarter" idx="28" hasCustomPrompt="1"/>
          </p:nvPr>
        </p:nvSpPr>
        <p:spPr>
          <a:xfrm>
            <a:off x="379684" y="2056280"/>
            <a:ext cx="2925612" cy="684375"/>
          </a:xfrm>
        </p:spPr>
        <p:txBody>
          <a:bodyPr lIns="0" tIns="0" rIns="0" anchor="t">
            <a:noAutofit/>
          </a:bodyPr>
          <a:lstStyle>
            <a:lvl1pPr marL="0" indent="0">
              <a:lnSpc>
                <a:spcPct val="100000"/>
              </a:lnSpc>
              <a:buNone/>
              <a:defRPr sz="1000" b="0" i="0">
                <a:solidFill>
                  <a:schemeClr val="bg1"/>
                </a:solidFill>
                <a:latin typeface="+mj-lt"/>
              </a:defRPr>
            </a:lvl1pPr>
          </a:lstStyle>
          <a:p>
            <a:pPr lvl="0"/>
            <a:r>
              <a:rPr lang="en-US" noProof="0"/>
              <a:t>Lorem ipsum dolor sit amet, consectetur adipiscing elit, sed do eiusmod tempor incididunt ut labore et dolore magna aliqua. Ut enim ad minim veniam, quis nostrud exercitation.</a:t>
            </a:r>
          </a:p>
        </p:txBody>
      </p:sp>
      <p:sp>
        <p:nvSpPr>
          <p:cNvPr id="99" name="Text Placeholder 8" hidden="1">
            <a:extLst>
              <a:ext uri="{FF2B5EF4-FFF2-40B4-BE49-F238E27FC236}">
                <a16:creationId xmlns:a16="http://schemas.microsoft.com/office/drawing/2014/main" id="{6E210A9C-46CF-E34B-8A51-F4EB49C0E818}"/>
              </a:ext>
            </a:extLst>
          </p:cNvPr>
          <p:cNvSpPr>
            <a:spLocks noGrp="1"/>
          </p:cNvSpPr>
          <p:nvPr>
            <p:ph type="body" sz="quarter" idx="29" hasCustomPrompt="1"/>
          </p:nvPr>
        </p:nvSpPr>
        <p:spPr>
          <a:xfrm>
            <a:off x="379684" y="1145426"/>
            <a:ext cx="2925613" cy="293251"/>
          </a:xfrm>
        </p:spPr>
        <p:txBody>
          <a:bodyPr lIns="0" rIns="0" anchor="ctr">
            <a:normAutofit/>
          </a:bodyPr>
          <a:lstStyle>
            <a:lvl1pPr marL="0" indent="0">
              <a:buNone/>
              <a:defRPr sz="1200" b="0" i="0">
                <a:solidFill>
                  <a:schemeClr val="bg1"/>
                </a:solidFill>
              </a:defRPr>
            </a:lvl1pPr>
          </a:lstStyle>
          <a:p>
            <a:pPr lvl="0"/>
            <a:r>
              <a:rPr lang="en-US" noProof="0"/>
              <a:t>EXPERIENCE</a:t>
            </a:r>
          </a:p>
        </p:txBody>
      </p:sp>
      <p:sp>
        <p:nvSpPr>
          <p:cNvPr id="104" name="Text Placeholder 8" hidden="1">
            <a:extLst>
              <a:ext uri="{FF2B5EF4-FFF2-40B4-BE49-F238E27FC236}">
                <a16:creationId xmlns:a16="http://schemas.microsoft.com/office/drawing/2014/main" id="{5B112CE7-45E8-2E43-A633-DB4096453E16}"/>
              </a:ext>
            </a:extLst>
          </p:cNvPr>
          <p:cNvSpPr>
            <a:spLocks noGrp="1"/>
          </p:cNvSpPr>
          <p:nvPr>
            <p:ph type="body" sz="quarter" idx="30" hasCustomPrompt="1"/>
          </p:nvPr>
        </p:nvSpPr>
        <p:spPr>
          <a:xfrm>
            <a:off x="379684" y="2840591"/>
            <a:ext cx="2925613" cy="248809"/>
          </a:xfrm>
        </p:spPr>
        <p:txBody>
          <a:bodyPr lIns="0" rIns="0" anchor="ctr">
            <a:noAutofit/>
          </a:bodyPr>
          <a:lstStyle>
            <a:lvl1pPr marL="0" indent="0">
              <a:buNone/>
              <a:defRPr sz="1100" b="0" i="0">
                <a:solidFill>
                  <a:schemeClr val="bg1"/>
                </a:solidFill>
              </a:defRPr>
            </a:lvl1pPr>
          </a:lstStyle>
          <a:p>
            <a:pPr lvl="0"/>
            <a:r>
              <a:rPr lang="en-US" noProof="0"/>
              <a:t>Company Name | Job Title</a:t>
            </a:r>
          </a:p>
        </p:txBody>
      </p:sp>
      <p:sp>
        <p:nvSpPr>
          <p:cNvPr id="105" name="Text Placeholder 8" hidden="1">
            <a:extLst>
              <a:ext uri="{FF2B5EF4-FFF2-40B4-BE49-F238E27FC236}">
                <a16:creationId xmlns:a16="http://schemas.microsoft.com/office/drawing/2014/main" id="{57C75573-1BA8-C749-8829-0A0E96DACB4F}"/>
              </a:ext>
            </a:extLst>
          </p:cNvPr>
          <p:cNvSpPr>
            <a:spLocks noGrp="1"/>
          </p:cNvSpPr>
          <p:nvPr>
            <p:ph type="body" sz="quarter" idx="31" hasCustomPrompt="1"/>
          </p:nvPr>
        </p:nvSpPr>
        <p:spPr>
          <a:xfrm>
            <a:off x="379684" y="3131604"/>
            <a:ext cx="2925613" cy="144438"/>
          </a:xfrm>
        </p:spPr>
        <p:txBody>
          <a:bodyPr lIns="0" rIns="0" anchor="ctr">
            <a:noAutofit/>
          </a:bodyPr>
          <a:lstStyle>
            <a:lvl1pPr marL="0" indent="0">
              <a:buNone/>
              <a:defRPr sz="1000" b="0" i="0">
                <a:solidFill>
                  <a:schemeClr val="bg1"/>
                </a:solidFill>
              </a:defRPr>
            </a:lvl1pPr>
          </a:lstStyle>
          <a:p>
            <a:pPr lvl="0"/>
            <a:r>
              <a:rPr lang="en-US" noProof="0"/>
              <a:t>[Dates From]-[To]</a:t>
            </a:r>
          </a:p>
        </p:txBody>
      </p:sp>
      <p:sp>
        <p:nvSpPr>
          <p:cNvPr id="106" name="Text Placeholder 8" hidden="1">
            <a:extLst>
              <a:ext uri="{FF2B5EF4-FFF2-40B4-BE49-F238E27FC236}">
                <a16:creationId xmlns:a16="http://schemas.microsoft.com/office/drawing/2014/main" id="{03288328-BBC2-C043-ABA7-6DE1329DE976}"/>
              </a:ext>
            </a:extLst>
          </p:cNvPr>
          <p:cNvSpPr>
            <a:spLocks noGrp="1"/>
          </p:cNvSpPr>
          <p:nvPr>
            <p:ph type="body" sz="quarter" idx="32" hasCustomPrompt="1"/>
          </p:nvPr>
        </p:nvSpPr>
        <p:spPr>
          <a:xfrm>
            <a:off x="379684" y="3327527"/>
            <a:ext cx="2925612" cy="668990"/>
          </a:xfrm>
        </p:spPr>
        <p:txBody>
          <a:bodyPr lIns="0" tIns="0" rIns="0" anchor="t">
            <a:noAutofit/>
          </a:bodyPr>
          <a:lstStyle>
            <a:lvl1pPr marL="0" indent="0">
              <a:lnSpc>
                <a:spcPct val="100000"/>
              </a:lnSpc>
              <a:buNone/>
              <a:defRPr sz="1000" b="0" i="0">
                <a:solidFill>
                  <a:schemeClr val="bg1"/>
                </a:solidFill>
                <a:latin typeface="+mj-lt"/>
              </a:defRPr>
            </a:lvl1pPr>
          </a:lstStyle>
          <a:p>
            <a:pPr lvl="0"/>
            <a:r>
              <a:rPr lang="en-US" noProof="0"/>
              <a:t>Lorem ipsum dolor sit amet, consectetur adipiscing elit, sed do eiusmod tempor incididunt ut labore et dolore magna aliqua. Ut enm ad minim veniam, quis nostrud exercitation.</a:t>
            </a:r>
          </a:p>
        </p:txBody>
      </p:sp>
      <p:sp>
        <p:nvSpPr>
          <p:cNvPr id="107" name="Text Placeholder 8" hidden="1">
            <a:extLst>
              <a:ext uri="{FF2B5EF4-FFF2-40B4-BE49-F238E27FC236}">
                <a16:creationId xmlns:a16="http://schemas.microsoft.com/office/drawing/2014/main" id="{82046C4E-90DA-4347-A96F-BD316B2235F4}"/>
              </a:ext>
            </a:extLst>
          </p:cNvPr>
          <p:cNvSpPr>
            <a:spLocks noGrp="1"/>
          </p:cNvSpPr>
          <p:nvPr>
            <p:ph type="body" sz="quarter" idx="33" hasCustomPrompt="1"/>
          </p:nvPr>
        </p:nvSpPr>
        <p:spPr>
          <a:xfrm>
            <a:off x="379684" y="4107059"/>
            <a:ext cx="2925613" cy="248809"/>
          </a:xfrm>
        </p:spPr>
        <p:txBody>
          <a:bodyPr lIns="0" rIns="0" anchor="ctr">
            <a:noAutofit/>
          </a:bodyPr>
          <a:lstStyle>
            <a:lvl1pPr marL="0" indent="0">
              <a:buNone/>
              <a:defRPr sz="1100" b="0" i="0">
                <a:solidFill>
                  <a:schemeClr val="bg1"/>
                </a:solidFill>
              </a:defRPr>
            </a:lvl1pPr>
          </a:lstStyle>
          <a:p>
            <a:pPr lvl="0"/>
            <a:r>
              <a:rPr lang="en-US" noProof="0"/>
              <a:t>Company Name | Job Title</a:t>
            </a:r>
          </a:p>
        </p:txBody>
      </p:sp>
      <p:sp>
        <p:nvSpPr>
          <p:cNvPr id="108" name="Text Placeholder 8" hidden="1">
            <a:extLst>
              <a:ext uri="{FF2B5EF4-FFF2-40B4-BE49-F238E27FC236}">
                <a16:creationId xmlns:a16="http://schemas.microsoft.com/office/drawing/2014/main" id="{D7E3073B-1F03-B344-9CCF-D116EF964110}"/>
              </a:ext>
            </a:extLst>
          </p:cNvPr>
          <p:cNvSpPr>
            <a:spLocks noGrp="1"/>
          </p:cNvSpPr>
          <p:nvPr>
            <p:ph type="body" sz="quarter" idx="34" hasCustomPrompt="1"/>
          </p:nvPr>
        </p:nvSpPr>
        <p:spPr>
          <a:xfrm>
            <a:off x="379684" y="4398072"/>
            <a:ext cx="2925613" cy="144438"/>
          </a:xfrm>
        </p:spPr>
        <p:txBody>
          <a:bodyPr lIns="0" rIns="0" anchor="ctr">
            <a:noAutofit/>
          </a:bodyPr>
          <a:lstStyle>
            <a:lvl1pPr marL="0" indent="0">
              <a:buNone/>
              <a:defRPr sz="1000" b="0" i="0">
                <a:solidFill>
                  <a:schemeClr val="bg1"/>
                </a:solidFill>
              </a:defRPr>
            </a:lvl1pPr>
          </a:lstStyle>
          <a:p>
            <a:pPr lvl="0"/>
            <a:r>
              <a:rPr lang="en-US" noProof="0"/>
              <a:t>[Dates From]-[To]</a:t>
            </a:r>
          </a:p>
        </p:txBody>
      </p:sp>
      <p:sp>
        <p:nvSpPr>
          <p:cNvPr id="109" name="Text Placeholder 8" hidden="1">
            <a:extLst>
              <a:ext uri="{FF2B5EF4-FFF2-40B4-BE49-F238E27FC236}">
                <a16:creationId xmlns:a16="http://schemas.microsoft.com/office/drawing/2014/main" id="{2EE283F0-AFCD-5741-8C35-207ABF2D6E52}"/>
              </a:ext>
            </a:extLst>
          </p:cNvPr>
          <p:cNvSpPr>
            <a:spLocks noGrp="1"/>
          </p:cNvSpPr>
          <p:nvPr>
            <p:ph type="body" sz="quarter" idx="35" hasCustomPrompt="1"/>
          </p:nvPr>
        </p:nvSpPr>
        <p:spPr>
          <a:xfrm>
            <a:off x="379684" y="4593995"/>
            <a:ext cx="2925612" cy="709398"/>
          </a:xfrm>
        </p:spPr>
        <p:txBody>
          <a:bodyPr lIns="0" tIns="0" rIns="0" anchor="t">
            <a:noAutofit/>
          </a:bodyPr>
          <a:lstStyle>
            <a:lvl1pPr marL="0" indent="0">
              <a:lnSpc>
                <a:spcPct val="100000"/>
              </a:lnSpc>
              <a:buNone/>
              <a:defRPr sz="1000" b="0" i="0">
                <a:solidFill>
                  <a:schemeClr val="bg1"/>
                </a:solidFill>
                <a:latin typeface="+mj-lt"/>
              </a:defRPr>
            </a:lvl1pPr>
          </a:lstStyle>
          <a:p>
            <a:pPr lvl="0"/>
            <a:r>
              <a:rPr lang="en-US" noProof="0"/>
              <a:t>Lorem ipsum dolor sit amet, consectetur adipiscing elit, sed do eiusmod tempor incididunt ut labore et dolore magna aliqua. Ut enim ad minim veniam, quis nostrud exercitation.</a:t>
            </a:r>
          </a:p>
        </p:txBody>
      </p:sp>
      <p:sp>
        <p:nvSpPr>
          <p:cNvPr id="141" name="Text Placeholder 18" hidden="1">
            <a:extLst>
              <a:ext uri="{FF2B5EF4-FFF2-40B4-BE49-F238E27FC236}">
                <a16:creationId xmlns:a16="http://schemas.microsoft.com/office/drawing/2014/main" id="{74300729-6F26-BF4C-84B9-420C9383BB75}"/>
              </a:ext>
            </a:extLst>
          </p:cNvPr>
          <p:cNvSpPr>
            <a:spLocks noGrp="1"/>
          </p:cNvSpPr>
          <p:nvPr>
            <p:ph type="body" sz="quarter" idx="36" hasCustomPrompt="1"/>
          </p:nvPr>
        </p:nvSpPr>
        <p:spPr>
          <a:xfrm>
            <a:off x="3976399" y="7594586"/>
            <a:ext cx="2687637" cy="375733"/>
          </a:xfrm>
        </p:spPr>
        <p:txBody>
          <a:bodyPr lIns="0" rIns="0" anchor="ctr">
            <a:normAutofit/>
          </a:bodyPr>
          <a:lstStyle>
            <a:lvl1pPr marL="0" indent="0">
              <a:buNone/>
              <a:defRPr sz="1400" b="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[www.website.com]</a:t>
            </a:r>
          </a:p>
        </p:txBody>
      </p:sp>
      <p:sp>
        <p:nvSpPr>
          <p:cNvPr id="142" name="Text Placeholder 18" hidden="1">
            <a:extLst>
              <a:ext uri="{FF2B5EF4-FFF2-40B4-BE49-F238E27FC236}">
                <a16:creationId xmlns:a16="http://schemas.microsoft.com/office/drawing/2014/main" id="{DDE57839-AE02-5A48-BA9C-A372F59A8A9A}"/>
              </a:ext>
            </a:extLst>
          </p:cNvPr>
          <p:cNvSpPr>
            <a:spLocks noGrp="1"/>
          </p:cNvSpPr>
          <p:nvPr>
            <p:ph type="body" sz="quarter" idx="37" hasCustomPrompt="1"/>
          </p:nvPr>
        </p:nvSpPr>
        <p:spPr>
          <a:xfrm>
            <a:off x="3976399" y="8060579"/>
            <a:ext cx="2687637" cy="375733"/>
          </a:xfrm>
        </p:spPr>
        <p:txBody>
          <a:bodyPr lIns="0" rIns="0" anchor="ctr">
            <a:normAutofit/>
          </a:bodyPr>
          <a:lstStyle>
            <a:lvl1pPr marL="0" indent="0">
              <a:buNone/>
              <a:defRPr sz="1400" b="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[E-mail@e-mail.com]</a:t>
            </a:r>
          </a:p>
        </p:txBody>
      </p:sp>
      <p:sp>
        <p:nvSpPr>
          <p:cNvPr id="143" name="Text Placeholder 18" hidden="1">
            <a:extLst>
              <a:ext uri="{FF2B5EF4-FFF2-40B4-BE49-F238E27FC236}">
                <a16:creationId xmlns:a16="http://schemas.microsoft.com/office/drawing/2014/main" id="{D9890AB4-F0C2-C14A-AE40-76B0671D7726}"/>
              </a:ext>
            </a:extLst>
          </p:cNvPr>
          <p:cNvSpPr>
            <a:spLocks noGrp="1"/>
          </p:cNvSpPr>
          <p:nvPr>
            <p:ph type="body" sz="quarter" idx="38" hasCustomPrompt="1"/>
          </p:nvPr>
        </p:nvSpPr>
        <p:spPr>
          <a:xfrm>
            <a:off x="3976399" y="8531775"/>
            <a:ext cx="2687637" cy="375733"/>
          </a:xfrm>
        </p:spPr>
        <p:txBody>
          <a:bodyPr lIns="0" rIns="0" anchor="ctr">
            <a:normAutofit/>
          </a:bodyPr>
          <a:lstStyle>
            <a:lvl1pPr marL="0" indent="0">
              <a:buNone/>
              <a:defRPr sz="1400" b="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[Phone Number]</a:t>
            </a:r>
          </a:p>
        </p:txBody>
      </p:sp>
      <p:sp>
        <p:nvSpPr>
          <p:cNvPr id="306" name="Text Placeholder 25" hidden="1">
            <a:extLst>
              <a:ext uri="{FF2B5EF4-FFF2-40B4-BE49-F238E27FC236}">
                <a16:creationId xmlns:a16="http://schemas.microsoft.com/office/drawing/2014/main" id="{F296C2BF-1825-2C45-A87E-72A783A27BCE}"/>
              </a:ext>
            </a:extLst>
          </p:cNvPr>
          <p:cNvSpPr>
            <a:spLocks noGrp="1"/>
          </p:cNvSpPr>
          <p:nvPr>
            <p:ph type="body" sz="quarter" idx="41" hasCustomPrompt="1"/>
          </p:nvPr>
        </p:nvSpPr>
        <p:spPr>
          <a:xfrm>
            <a:off x="5410200" y="4355868"/>
            <a:ext cx="1327150" cy="149225"/>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POWERPOINT</a:t>
            </a:r>
          </a:p>
        </p:txBody>
      </p:sp>
      <p:sp>
        <p:nvSpPr>
          <p:cNvPr id="310" name="Text Placeholder 25" hidden="1">
            <a:extLst>
              <a:ext uri="{FF2B5EF4-FFF2-40B4-BE49-F238E27FC236}">
                <a16:creationId xmlns:a16="http://schemas.microsoft.com/office/drawing/2014/main" id="{847127D0-A2CA-244C-B0BB-449CC673F06E}"/>
              </a:ext>
            </a:extLst>
          </p:cNvPr>
          <p:cNvSpPr>
            <a:spLocks noGrp="1"/>
          </p:cNvSpPr>
          <p:nvPr>
            <p:ph type="body" sz="quarter" idx="42" hasCustomPrompt="1"/>
          </p:nvPr>
        </p:nvSpPr>
        <p:spPr>
          <a:xfrm>
            <a:off x="5410200" y="4531709"/>
            <a:ext cx="1327150" cy="149225"/>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SOCIAL MEDIA</a:t>
            </a:r>
          </a:p>
        </p:txBody>
      </p:sp>
      <p:sp>
        <p:nvSpPr>
          <p:cNvPr id="312" name="Text Placeholder 25" hidden="1">
            <a:extLst>
              <a:ext uri="{FF2B5EF4-FFF2-40B4-BE49-F238E27FC236}">
                <a16:creationId xmlns:a16="http://schemas.microsoft.com/office/drawing/2014/main" id="{977FAA94-5605-AD4B-8EC7-19418B74B7FC}"/>
              </a:ext>
            </a:extLst>
          </p:cNvPr>
          <p:cNvSpPr>
            <a:spLocks noGrp="1"/>
          </p:cNvSpPr>
          <p:nvPr>
            <p:ph type="body" sz="quarter" idx="43" hasCustomPrompt="1"/>
          </p:nvPr>
        </p:nvSpPr>
        <p:spPr>
          <a:xfrm>
            <a:off x="5410200" y="4702427"/>
            <a:ext cx="1327150" cy="149225"/>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TEAM MANAGEMENT</a:t>
            </a:r>
          </a:p>
        </p:txBody>
      </p:sp>
      <p:sp>
        <p:nvSpPr>
          <p:cNvPr id="317" name="Text Placeholder 25" hidden="1">
            <a:extLst>
              <a:ext uri="{FF2B5EF4-FFF2-40B4-BE49-F238E27FC236}">
                <a16:creationId xmlns:a16="http://schemas.microsoft.com/office/drawing/2014/main" id="{55B31FD5-2D4E-FB40-8D3B-9D64BB06ACEB}"/>
              </a:ext>
            </a:extLst>
          </p:cNvPr>
          <p:cNvSpPr>
            <a:spLocks noGrp="1"/>
          </p:cNvSpPr>
          <p:nvPr>
            <p:ph type="body" sz="quarter" idx="44" hasCustomPrompt="1"/>
          </p:nvPr>
        </p:nvSpPr>
        <p:spPr>
          <a:xfrm>
            <a:off x="5410200" y="4191906"/>
            <a:ext cx="1327150" cy="149225"/>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EXCEL</a:t>
            </a:r>
          </a:p>
        </p:txBody>
      </p:sp>
      <p:sp>
        <p:nvSpPr>
          <p:cNvPr id="318" name="Text Placeholder 25" hidden="1">
            <a:extLst>
              <a:ext uri="{FF2B5EF4-FFF2-40B4-BE49-F238E27FC236}">
                <a16:creationId xmlns:a16="http://schemas.microsoft.com/office/drawing/2014/main" id="{ACC18595-C5AA-D643-9CE9-8E035BE3CBCF}"/>
              </a:ext>
            </a:extLst>
          </p:cNvPr>
          <p:cNvSpPr>
            <a:spLocks noGrp="1"/>
          </p:cNvSpPr>
          <p:nvPr>
            <p:ph type="body" sz="quarter" idx="45" hasCustomPrompt="1"/>
          </p:nvPr>
        </p:nvSpPr>
        <p:spPr>
          <a:xfrm>
            <a:off x="5410200" y="4009026"/>
            <a:ext cx="1327150" cy="149225"/>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WORD</a:t>
            </a:r>
          </a:p>
        </p:txBody>
      </p:sp>
      <p:sp>
        <p:nvSpPr>
          <p:cNvPr id="336" name="Text Placeholder 25" hidden="1">
            <a:extLst>
              <a:ext uri="{FF2B5EF4-FFF2-40B4-BE49-F238E27FC236}">
                <a16:creationId xmlns:a16="http://schemas.microsoft.com/office/drawing/2014/main" id="{8AE7172C-56DA-214E-A8DD-40FE03883127}"/>
              </a:ext>
            </a:extLst>
          </p:cNvPr>
          <p:cNvSpPr>
            <a:spLocks noGrp="1"/>
          </p:cNvSpPr>
          <p:nvPr>
            <p:ph type="body" sz="quarter" idx="46" hasCustomPrompt="1"/>
          </p:nvPr>
        </p:nvSpPr>
        <p:spPr>
          <a:xfrm>
            <a:off x="5410200" y="5384539"/>
            <a:ext cx="1327150" cy="187142"/>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ENGLISH</a:t>
            </a:r>
          </a:p>
        </p:txBody>
      </p:sp>
      <p:sp>
        <p:nvSpPr>
          <p:cNvPr id="337" name="Text Placeholder 25" hidden="1">
            <a:extLst>
              <a:ext uri="{FF2B5EF4-FFF2-40B4-BE49-F238E27FC236}">
                <a16:creationId xmlns:a16="http://schemas.microsoft.com/office/drawing/2014/main" id="{A97B1250-9241-564A-A4AB-2492DD96A3E1}"/>
              </a:ext>
            </a:extLst>
          </p:cNvPr>
          <p:cNvSpPr>
            <a:spLocks noGrp="1"/>
          </p:cNvSpPr>
          <p:nvPr>
            <p:ph type="body" sz="quarter" idx="47" hasCustomPrompt="1"/>
          </p:nvPr>
        </p:nvSpPr>
        <p:spPr>
          <a:xfrm>
            <a:off x="5410200" y="5652555"/>
            <a:ext cx="1327150" cy="187142"/>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FRENCH</a:t>
            </a:r>
          </a:p>
        </p:txBody>
      </p:sp>
      <p:sp>
        <p:nvSpPr>
          <p:cNvPr id="338" name="Text Placeholder 25" hidden="1">
            <a:extLst>
              <a:ext uri="{FF2B5EF4-FFF2-40B4-BE49-F238E27FC236}">
                <a16:creationId xmlns:a16="http://schemas.microsoft.com/office/drawing/2014/main" id="{B200B1D1-4434-5E49-8BFF-B6FF720E1DD5}"/>
              </a:ext>
            </a:extLst>
          </p:cNvPr>
          <p:cNvSpPr>
            <a:spLocks noGrp="1"/>
          </p:cNvSpPr>
          <p:nvPr>
            <p:ph type="body" sz="quarter" idx="48" hasCustomPrompt="1"/>
          </p:nvPr>
        </p:nvSpPr>
        <p:spPr>
          <a:xfrm>
            <a:off x="5410200" y="5922990"/>
            <a:ext cx="1327150" cy="187142"/>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SPANISH</a:t>
            </a:r>
          </a:p>
        </p:txBody>
      </p:sp>
      <p:sp>
        <p:nvSpPr>
          <p:cNvPr id="339" name="Text Placeholder 25" hidden="1">
            <a:extLst>
              <a:ext uri="{FF2B5EF4-FFF2-40B4-BE49-F238E27FC236}">
                <a16:creationId xmlns:a16="http://schemas.microsoft.com/office/drawing/2014/main" id="{C4DC3A9C-1AC5-5343-ACF6-AFB45AB7A464}"/>
              </a:ext>
            </a:extLst>
          </p:cNvPr>
          <p:cNvSpPr>
            <a:spLocks noGrp="1"/>
          </p:cNvSpPr>
          <p:nvPr>
            <p:ph type="body" sz="quarter" idx="49" hasCustomPrompt="1"/>
          </p:nvPr>
        </p:nvSpPr>
        <p:spPr>
          <a:xfrm>
            <a:off x="597877" y="8147512"/>
            <a:ext cx="1449583" cy="262769"/>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MANAGEMENT</a:t>
            </a:r>
          </a:p>
        </p:txBody>
      </p:sp>
      <p:sp>
        <p:nvSpPr>
          <p:cNvPr id="340" name="Text Placeholder 25" hidden="1">
            <a:extLst>
              <a:ext uri="{FF2B5EF4-FFF2-40B4-BE49-F238E27FC236}">
                <a16:creationId xmlns:a16="http://schemas.microsoft.com/office/drawing/2014/main" id="{6004AFFB-6BAF-924B-A5F2-CA7B7E10E574}"/>
              </a:ext>
            </a:extLst>
          </p:cNvPr>
          <p:cNvSpPr>
            <a:spLocks noGrp="1"/>
          </p:cNvSpPr>
          <p:nvPr>
            <p:ph type="body" sz="quarter" idx="50" hasCustomPrompt="1"/>
          </p:nvPr>
        </p:nvSpPr>
        <p:spPr>
          <a:xfrm>
            <a:off x="597877" y="8415528"/>
            <a:ext cx="1449583" cy="262769"/>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DESIGN</a:t>
            </a:r>
          </a:p>
        </p:txBody>
      </p:sp>
      <p:sp>
        <p:nvSpPr>
          <p:cNvPr id="341" name="Text Placeholder 25" hidden="1">
            <a:extLst>
              <a:ext uri="{FF2B5EF4-FFF2-40B4-BE49-F238E27FC236}">
                <a16:creationId xmlns:a16="http://schemas.microsoft.com/office/drawing/2014/main" id="{1E9B43B5-9A43-B448-95A4-FDD649321FCA}"/>
              </a:ext>
            </a:extLst>
          </p:cNvPr>
          <p:cNvSpPr>
            <a:spLocks noGrp="1"/>
          </p:cNvSpPr>
          <p:nvPr>
            <p:ph type="body" sz="quarter" idx="51" hasCustomPrompt="1"/>
          </p:nvPr>
        </p:nvSpPr>
        <p:spPr>
          <a:xfrm>
            <a:off x="597877" y="8697907"/>
            <a:ext cx="1449583" cy="238881"/>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DEVELOPMENT</a:t>
            </a:r>
          </a:p>
        </p:txBody>
      </p:sp>
      <p:sp>
        <p:nvSpPr>
          <p:cNvPr id="342" name="Text Placeholder 25" hidden="1">
            <a:extLst>
              <a:ext uri="{FF2B5EF4-FFF2-40B4-BE49-F238E27FC236}">
                <a16:creationId xmlns:a16="http://schemas.microsoft.com/office/drawing/2014/main" id="{1ACF054A-3D21-D642-B4C6-DB5BDAC19274}"/>
              </a:ext>
            </a:extLst>
          </p:cNvPr>
          <p:cNvSpPr>
            <a:spLocks noGrp="1"/>
          </p:cNvSpPr>
          <p:nvPr>
            <p:ph type="body" sz="quarter" idx="52" hasCustomPrompt="1"/>
          </p:nvPr>
        </p:nvSpPr>
        <p:spPr>
          <a:xfrm>
            <a:off x="597877" y="7593880"/>
            <a:ext cx="1449583" cy="289046"/>
          </a:xfrm>
        </p:spPr>
        <p:txBody>
          <a:bodyPr lIns="0" rIns="0" anchor="ctr">
            <a:noAutofit/>
          </a:bodyPr>
          <a:lstStyle>
            <a:lvl1pPr marL="0" indent="0">
              <a:buNone/>
              <a:defRPr sz="1200">
                <a:solidFill>
                  <a:schemeClr val="bg1"/>
                </a:solidFill>
                <a:latin typeface="+mn-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ABILITIES</a:t>
            </a:r>
          </a:p>
        </p:txBody>
      </p:sp>
      <p:sp>
        <p:nvSpPr>
          <p:cNvPr id="343" name="Text Placeholder 25" hidden="1">
            <a:extLst>
              <a:ext uri="{FF2B5EF4-FFF2-40B4-BE49-F238E27FC236}">
                <a16:creationId xmlns:a16="http://schemas.microsoft.com/office/drawing/2014/main" id="{7C941C70-D057-D04B-BD74-348163471A70}"/>
              </a:ext>
            </a:extLst>
          </p:cNvPr>
          <p:cNvSpPr>
            <a:spLocks noGrp="1"/>
          </p:cNvSpPr>
          <p:nvPr>
            <p:ph type="body" sz="quarter" idx="53" hasCustomPrompt="1"/>
          </p:nvPr>
        </p:nvSpPr>
        <p:spPr>
          <a:xfrm>
            <a:off x="597877" y="7878034"/>
            <a:ext cx="1449583" cy="262769"/>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MARKETING</a:t>
            </a:r>
          </a:p>
        </p:txBody>
      </p:sp>
      <p:sp>
        <p:nvSpPr>
          <p:cNvPr id="344" name="Text Placeholder 25" hidden="1">
            <a:extLst>
              <a:ext uri="{FF2B5EF4-FFF2-40B4-BE49-F238E27FC236}">
                <a16:creationId xmlns:a16="http://schemas.microsoft.com/office/drawing/2014/main" id="{CF61B5C1-8C61-1143-9083-AD58E1C749FA}"/>
              </a:ext>
            </a:extLst>
          </p:cNvPr>
          <p:cNvSpPr>
            <a:spLocks noGrp="1"/>
          </p:cNvSpPr>
          <p:nvPr>
            <p:ph type="body" sz="quarter" idx="54" hasCustomPrompt="1"/>
          </p:nvPr>
        </p:nvSpPr>
        <p:spPr>
          <a:xfrm>
            <a:off x="2094178" y="8160704"/>
            <a:ext cx="1065342" cy="229094"/>
          </a:xfrm>
        </p:spPr>
        <p:txBody>
          <a:bodyPr lIns="0" rIns="0" anchor="ctr">
            <a:noAutofit/>
          </a:bodyPr>
          <a:lstStyle>
            <a:lvl1pPr marL="0" indent="0" algn="ctr">
              <a:buNone/>
              <a:defRPr sz="1400" b="1">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10</a:t>
            </a:r>
          </a:p>
        </p:txBody>
      </p:sp>
      <p:sp>
        <p:nvSpPr>
          <p:cNvPr id="345" name="Text Placeholder 25" hidden="1">
            <a:extLst>
              <a:ext uri="{FF2B5EF4-FFF2-40B4-BE49-F238E27FC236}">
                <a16:creationId xmlns:a16="http://schemas.microsoft.com/office/drawing/2014/main" id="{0B7D9C94-0A2C-3B4E-8B05-B7547A9A0E78}"/>
              </a:ext>
            </a:extLst>
          </p:cNvPr>
          <p:cNvSpPr>
            <a:spLocks noGrp="1"/>
          </p:cNvSpPr>
          <p:nvPr>
            <p:ph type="body" sz="quarter" idx="55" hasCustomPrompt="1"/>
          </p:nvPr>
        </p:nvSpPr>
        <p:spPr>
          <a:xfrm>
            <a:off x="2094178" y="8436611"/>
            <a:ext cx="1065342" cy="229094"/>
          </a:xfrm>
        </p:spPr>
        <p:txBody>
          <a:bodyPr lIns="0" rIns="0" anchor="ctr">
            <a:noAutofit/>
          </a:bodyPr>
          <a:lstStyle>
            <a:lvl1pPr marL="0" indent="0" algn="ctr">
              <a:buNone/>
              <a:defRPr sz="1400" b="1">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7</a:t>
            </a:r>
          </a:p>
        </p:txBody>
      </p:sp>
      <p:sp>
        <p:nvSpPr>
          <p:cNvPr id="346" name="Text Placeholder 25" hidden="1">
            <a:extLst>
              <a:ext uri="{FF2B5EF4-FFF2-40B4-BE49-F238E27FC236}">
                <a16:creationId xmlns:a16="http://schemas.microsoft.com/office/drawing/2014/main" id="{CCE3AE9C-BC12-B743-BF3F-A8308EFB290C}"/>
              </a:ext>
            </a:extLst>
          </p:cNvPr>
          <p:cNvSpPr>
            <a:spLocks noGrp="1"/>
          </p:cNvSpPr>
          <p:nvPr>
            <p:ph type="body" sz="quarter" idx="56" hasCustomPrompt="1"/>
          </p:nvPr>
        </p:nvSpPr>
        <p:spPr>
          <a:xfrm>
            <a:off x="2094178" y="8698945"/>
            <a:ext cx="1065342" cy="229094"/>
          </a:xfrm>
        </p:spPr>
        <p:txBody>
          <a:bodyPr lIns="0" rIns="0" anchor="ctr">
            <a:noAutofit/>
          </a:bodyPr>
          <a:lstStyle>
            <a:lvl1pPr marL="0" indent="0" algn="ctr">
              <a:buNone/>
              <a:defRPr sz="1400" b="1">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3.5</a:t>
            </a:r>
          </a:p>
        </p:txBody>
      </p:sp>
      <p:sp>
        <p:nvSpPr>
          <p:cNvPr id="347" name="Text Placeholder 25" hidden="1">
            <a:extLst>
              <a:ext uri="{FF2B5EF4-FFF2-40B4-BE49-F238E27FC236}">
                <a16:creationId xmlns:a16="http://schemas.microsoft.com/office/drawing/2014/main" id="{F1D2929D-A8D7-274A-A253-E4556D470E75}"/>
              </a:ext>
            </a:extLst>
          </p:cNvPr>
          <p:cNvSpPr>
            <a:spLocks noGrp="1"/>
          </p:cNvSpPr>
          <p:nvPr>
            <p:ph type="body" sz="quarter" idx="57" hasCustomPrompt="1"/>
          </p:nvPr>
        </p:nvSpPr>
        <p:spPr>
          <a:xfrm>
            <a:off x="2094178" y="7905308"/>
            <a:ext cx="1065342" cy="229094"/>
          </a:xfrm>
        </p:spPr>
        <p:txBody>
          <a:bodyPr lIns="0" rIns="0" anchor="ctr">
            <a:noAutofit/>
          </a:bodyPr>
          <a:lstStyle>
            <a:lvl1pPr marL="0" indent="0" algn="ctr">
              <a:buNone/>
              <a:defRPr sz="1400" b="1">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8</a:t>
            </a:r>
          </a:p>
        </p:txBody>
      </p:sp>
      <p:sp>
        <p:nvSpPr>
          <p:cNvPr id="348" name="Text Placeholder 25" hidden="1">
            <a:extLst>
              <a:ext uri="{FF2B5EF4-FFF2-40B4-BE49-F238E27FC236}">
                <a16:creationId xmlns:a16="http://schemas.microsoft.com/office/drawing/2014/main" id="{E4C42072-2D54-8942-9963-4138F93D9F7A}"/>
              </a:ext>
            </a:extLst>
          </p:cNvPr>
          <p:cNvSpPr>
            <a:spLocks noGrp="1"/>
          </p:cNvSpPr>
          <p:nvPr>
            <p:ph type="body" sz="quarter" idx="58" hasCustomPrompt="1"/>
          </p:nvPr>
        </p:nvSpPr>
        <p:spPr>
          <a:xfrm>
            <a:off x="2094543" y="7593880"/>
            <a:ext cx="1092002" cy="295809"/>
          </a:xfrm>
        </p:spPr>
        <p:txBody>
          <a:bodyPr lIns="0" rIns="0" anchor="ctr">
            <a:noAutofit/>
          </a:bodyPr>
          <a:lstStyle>
            <a:lvl1pPr marL="0" indent="0" algn="ctr">
              <a:buNone/>
              <a:defRPr sz="1000">
                <a:solidFill>
                  <a:schemeClr val="bg1"/>
                </a:solidFill>
                <a:latin typeface="+mn-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YEARS OF EXPERIENCE</a:t>
            </a:r>
          </a:p>
        </p:txBody>
      </p:sp>
      <p:cxnSp>
        <p:nvCxnSpPr>
          <p:cNvPr id="355" name="Straight Connector 354" hidden="1">
            <a:extLst>
              <a:ext uri="{FF2B5EF4-FFF2-40B4-BE49-F238E27FC236}">
                <a16:creationId xmlns:a16="http://schemas.microsoft.com/office/drawing/2014/main" id="{DF98499B-F2A5-CA4E-943A-53F88D825970}"/>
              </a:ext>
            </a:extLst>
          </p:cNvPr>
          <p:cNvCxnSpPr>
            <a:cxnSpLocks/>
          </p:cNvCxnSpPr>
          <p:nvPr userDrawn="1"/>
        </p:nvCxnSpPr>
        <p:spPr>
          <a:xfrm>
            <a:off x="0" y="1121676"/>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1" name="Text Placeholder 60" hidden="1">
            <a:extLst>
              <a:ext uri="{FF2B5EF4-FFF2-40B4-BE49-F238E27FC236}">
                <a16:creationId xmlns:a16="http://schemas.microsoft.com/office/drawing/2014/main" id="{17521193-60AC-664A-A033-8AA4404C6AAF}"/>
              </a:ext>
            </a:extLst>
          </p:cNvPr>
          <p:cNvSpPr>
            <a:spLocks noGrp="1"/>
          </p:cNvSpPr>
          <p:nvPr>
            <p:ph type="body" sz="quarter" idx="59" hasCustomPrompt="1"/>
          </p:nvPr>
        </p:nvSpPr>
        <p:spPr>
          <a:xfrm>
            <a:off x="3464815" y="1146174"/>
            <a:ext cx="2662311" cy="300507"/>
          </a:xfrm>
        </p:spPr>
        <p:txBody>
          <a:bodyPr lIns="0" anchor="ctr">
            <a:noAutofit/>
          </a:bodyPr>
          <a:lstStyle>
            <a:lvl1pPr marL="0" indent="0">
              <a:buNone/>
              <a:defRPr sz="120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noProof="0"/>
              <a:t>INTERNATIONAL EXPERIENCE</a:t>
            </a:r>
          </a:p>
        </p:txBody>
      </p:sp>
      <p:sp>
        <p:nvSpPr>
          <p:cNvPr id="359" name="Text Placeholder 60" hidden="1">
            <a:extLst>
              <a:ext uri="{FF2B5EF4-FFF2-40B4-BE49-F238E27FC236}">
                <a16:creationId xmlns:a16="http://schemas.microsoft.com/office/drawing/2014/main" id="{412CE960-3495-1F42-80A3-840D05EC91C6}"/>
              </a:ext>
            </a:extLst>
          </p:cNvPr>
          <p:cNvSpPr>
            <a:spLocks noGrp="1"/>
          </p:cNvSpPr>
          <p:nvPr>
            <p:ph type="body" sz="quarter" idx="60" hasCustomPrompt="1"/>
          </p:nvPr>
        </p:nvSpPr>
        <p:spPr>
          <a:xfrm>
            <a:off x="3464815" y="3622089"/>
            <a:ext cx="2662311" cy="300507"/>
          </a:xfrm>
        </p:spPr>
        <p:txBody>
          <a:bodyPr lIns="0" anchor="ctr">
            <a:noAutofit/>
          </a:bodyPr>
          <a:lstStyle>
            <a:lvl1pPr marL="0" indent="0">
              <a:buNone/>
              <a:defRPr sz="120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noProof="0"/>
              <a:t>SKILLS</a:t>
            </a:r>
          </a:p>
        </p:txBody>
      </p:sp>
      <p:sp>
        <p:nvSpPr>
          <p:cNvPr id="360" name="Text Placeholder 60" hidden="1">
            <a:extLst>
              <a:ext uri="{FF2B5EF4-FFF2-40B4-BE49-F238E27FC236}">
                <a16:creationId xmlns:a16="http://schemas.microsoft.com/office/drawing/2014/main" id="{08F6B783-82B6-B242-AA40-D9F7AE3B8CEC}"/>
              </a:ext>
            </a:extLst>
          </p:cNvPr>
          <p:cNvSpPr>
            <a:spLocks noGrp="1"/>
          </p:cNvSpPr>
          <p:nvPr>
            <p:ph type="body" sz="quarter" idx="61" hasCustomPrompt="1"/>
          </p:nvPr>
        </p:nvSpPr>
        <p:spPr>
          <a:xfrm>
            <a:off x="3464815" y="5014791"/>
            <a:ext cx="2662311" cy="300507"/>
          </a:xfrm>
        </p:spPr>
        <p:txBody>
          <a:bodyPr lIns="0" anchor="ctr">
            <a:noAutofit/>
          </a:bodyPr>
          <a:lstStyle>
            <a:lvl1pPr marL="0" indent="0">
              <a:buNone/>
              <a:defRPr sz="120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noProof="0"/>
              <a:t>LANGUAGES</a:t>
            </a:r>
          </a:p>
        </p:txBody>
      </p:sp>
    </p:spTree>
    <p:extLst>
      <p:ext uri="{BB962C8B-B14F-4D97-AF65-F5344CB8AC3E}">
        <p14:creationId xmlns:p14="http://schemas.microsoft.com/office/powerpoint/2010/main" val="2072580236"/>
      </p:ext>
    </p:extLst>
  </p:cSld>
  <p:clrMapOvr>
    <a:masterClrMapping/>
  </p:clrMapOvr>
  <p:extLst>
    <p:ext uri="{DCECCB84-F9BA-43D5-87BE-67443E8EF086}">
      <p15:sldGuideLst xmlns:p15="http://schemas.microsoft.com/office/powerpoint/2012/main">
        <p15:guide id="1" orient="horz" pos="2880">
          <p15:clr>
            <a:srgbClr val="FBAE40"/>
          </p15:clr>
        </p15:guide>
        <p15:guide id="2"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612E597E-2F4F-2747-A9DF-6BACAD15E325}" type="datetimeFigureOut">
              <a:rPr lang="en-US" smtClean="0"/>
              <a:t>11/5/2025</a:t>
            </a:fld>
            <a:endParaRPr lang="en-US" dirty="0"/>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66FD580D-DD1F-2749-85C8-F9883E4B5E50}" type="slidenum">
              <a:rPr lang="en-US" smtClean="0"/>
              <a:t>‹#›</a:t>
            </a:fld>
            <a:endParaRPr lang="en-US" dirty="0"/>
          </a:p>
        </p:txBody>
      </p:sp>
    </p:spTree>
    <p:extLst>
      <p:ext uri="{BB962C8B-B14F-4D97-AF65-F5344CB8AC3E}">
        <p14:creationId xmlns:p14="http://schemas.microsoft.com/office/powerpoint/2010/main" val="4086918882"/>
      </p:ext>
    </p:extLst>
  </p:cSld>
  <p:clrMap bg1="lt1" tx1="dk1" bg2="lt2" tx2="dk2" accent1="accent1" accent2="accent2" accent3="accent3" accent4="accent4" accent5="accent5" accent6="accent6" hlink="hlink" folHlink="folHlink"/>
  <p:sldLayoutIdLst>
    <p:sldLayoutId id="2147483674" r:id="rId1"/>
    <p:sldLayoutId id="2147483673"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philtel.co.il/" TargetMode="External"/><Relationship Id="rId2" Type="http://schemas.openxmlformats.org/officeDocument/2006/relationships/hyperlink" Target="https://www.linkedin.com/in/InonBaasov" TargetMode="External"/><Relationship Id="rId1" Type="http://schemas.openxmlformats.org/officeDocument/2006/relationships/slideLayout" Target="../slideLayouts/slideLayout1.xml"/><Relationship Id="rId4" Type="http://schemas.openxmlformats.org/officeDocument/2006/relationships/hyperlink" Target="https://www.blau-ps.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3" name="Text Placeholder 72">
            <a:extLst>
              <a:ext uri="{FF2B5EF4-FFF2-40B4-BE49-F238E27FC236}">
                <a16:creationId xmlns:a16="http://schemas.microsoft.com/office/drawing/2014/main" id="{2FD50699-45B5-88EC-1B42-E5597AB067CD}"/>
              </a:ext>
            </a:extLst>
          </p:cNvPr>
          <p:cNvSpPr>
            <a:spLocks noGrp="1"/>
          </p:cNvSpPr>
          <p:nvPr>
            <p:ph type="body" sz="quarter" idx="39"/>
          </p:nvPr>
        </p:nvSpPr>
        <p:spPr>
          <a:xfrm>
            <a:off x="1036321" y="772907"/>
            <a:ext cx="1379219" cy="227110"/>
          </a:xfrm>
        </p:spPr>
        <p:txBody>
          <a:bodyPr/>
          <a:lstStyle/>
          <a:p>
            <a:r>
              <a:rPr lang="en-US" dirty="0">
                <a:latin typeface="Overpass" pitchFamily="2" charset="0"/>
                <a:ea typeface="Tahoma" panose="020B0604030504040204" pitchFamily="34" charset="0"/>
                <a:cs typeface="Tahoma" panose="020B0604030504040204" pitchFamily="34" charset="0"/>
              </a:rPr>
              <a:t>+972-54-444-5856</a:t>
            </a:r>
          </a:p>
        </p:txBody>
      </p:sp>
      <p:sp>
        <p:nvSpPr>
          <p:cNvPr id="74" name="Text Placeholder 73">
            <a:extLst>
              <a:ext uri="{FF2B5EF4-FFF2-40B4-BE49-F238E27FC236}">
                <a16:creationId xmlns:a16="http://schemas.microsoft.com/office/drawing/2014/main" id="{132E1DF2-8DF7-6940-4374-52DB65EC3761}"/>
              </a:ext>
            </a:extLst>
          </p:cNvPr>
          <p:cNvSpPr>
            <a:spLocks noGrp="1"/>
          </p:cNvSpPr>
          <p:nvPr>
            <p:ph type="body" sz="quarter" idx="40"/>
          </p:nvPr>
        </p:nvSpPr>
        <p:spPr>
          <a:xfrm>
            <a:off x="2680265" y="773852"/>
            <a:ext cx="1545026" cy="207705"/>
          </a:xfrm>
        </p:spPr>
        <p:txBody>
          <a:bodyPr/>
          <a:lstStyle/>
          <a:p>
            <a:r>
              <a:rPr lang="en-US" dirty="0">
                <a:latin typeface="Overpass" pitchFamily="2" charset="0"/>
                <a:ea typeface="Tahoma" panose="020B0604030504040204" pitchFamily="34" charset="0"/>
                <a:cs typeface="Tahoma" panose="020B0604030504040204" pitchFamily="34" charset="0"/>
              </a:rPr>
              <a:t>Inonbaasov@gmail.com</a:t>
            </a:r>
          </a:p>
          <a:p>
            <a:r>
              <a:rPr lang="en-US" dirty="0">
                <a:latin typeface="Overpass" pitchFamily="2" charset="0"/>
                <a:ea typeface="Tahoma" panose="020B0604030504040204" pitchFamily="34" charset="0"/>
                <a:cs typeface="Tahoma" panose="020B0604030504040204" pitchFamily="34" charset="0"/>
              </a:rPr>
              <a:t>	</a:t>
            </a:r>
          </a:p>
        </p:txBody>
      </p:sp>
      <p:sp>
        <p:nvSpPr>
          <p:cNvPr id="75" name="Text Placeholder 74">
            <a:extLst>
              <a:ext uri="{FF2B5EF4-FFF2-40B4-BE49-F238E27FC236}">
                <a16:creationId xmlns:a16="http://schemas.microsoft.com/office/drawing/2014/main" id="{23DA089B-1D05-556D-253C-262F0FA50B68}"/>
              </a:ext>
            </a:extLst>
          </p:cNvPr>
          <p:cNvSpPr>
            <a:spLocks noGrp="1"/>
          </p:cNvSpPr>
          <p:nvPr>
            <p:ph type="body" sz="quarter" idx="41"/>
          </p:nvPr>
        </p:nvSpPr>
        <p:spPr>
          <a:xfrm>
            <a:off x="4370366" y="774300"/>
            <a:ext cx="1451313" cy="207705"/>
          </a:xfrm>
        </p:spPr>
        <p:txBody>
          <a:bodyPr/>
          <a:lstStyle/>
          <a:p>
            <a:r>
              <a:rPr lang="en-US" dirty="0">
                <a:latin typeface="Overpass" pitchFamily="2" charset="0"/>
                <a:ea typeface="Tahoma" panose="020B0604030504040204" pitchFamily="34" charset="0"/>
                <a:cs typeface="Tahoma" panose="020B0604030504040204" pitchFamily="34" charset="0"/>
                <a:hlinkClick r:id="rId2">
                  <a:extLst>
                    <a:ext uri="{A12FA001-AC4F-418D-AE19-62706E023703}">
                      <ahyp:hlinkClr xmlns:ahyp="http://schemas.microsoft.com/office/drawing/2018/hyperlinkcolor" val="tx"/>
                    </a:ext>
                  </a:extLst>
                </a:hlinkClick>
              </a:rPr>
              <a:t>LinkedIn </a:t>
            </a:r>
            <a:r>
              <a:rPr lang="en-US" dirty="0" err="1">
                <a:latin typeface="Overpass" pitchFamily="2" charset="0"/>
                <a:ea typeface="Tahoma" panose="020B0604030504040204" pitchFamily="34" charset="0"/>
                <a:cs typeface="Tahoma" panose="020B0604030504040204" pitchFamily="34" charset="0"/>
                <a:hlinkClick r:id="rId2">
                  <a:extLst>
                    <a:ext uri="{A12FA001-AC4F-418D-AE19-62706E023703}">
                      <ahyp:hlinkClr xmlns:ahyp="http://schemas.microsoft.com/office/drawing/2018/hyperlinkcolor" val="tx"/>
                    </a:ext>
                  </a:extLst>
                </a:hlinkClick>
              </a:rPr>
              <a:t>inonbaasov</a:t>
            </a:r>
            <a:endParaRPr lang="en-US" dirty="0">
              <a:latin typeface="Overpass" pitchFamily="2" charset="0"/>
              <a:ea typeface="Tahoma" panose="020B0604030504040204" pitchFamily="34" charset="0"/>
              <a:cs typeface="Tahoma" panose="020B0604030504040204" pitchFamily="34" charset="0"/>
            </a:endParaRPr>
          </a:p>
          <a:p>
            <a:endParaRPr lang="en-US" dirty="0">
              <a:latin typeface="Overpass" pitchFamily="2" charset="0"/>
              <a:ea typeface="Tahoma" panose="020B0604030504040204" pitchFamily="34" charset="0"/>
              <a:cs typeface="Tahoma" panose="020B0604030504040204" pitchFamily="34" charset="0"/>
            </a:endParaRPr>
          </a:p>
        </p:txBody>
      </p:sp>
      <p:sp>
        <p:nvSpPr>
          <p:cNvPr id="3" name="Title 2">
            <a:extLst>
              <a:ext uri="{FF2B5EF4-FFF2-40B4-BE49-F238E27FC236}">
                <a16:creationId xmlns:a16="http://schemas.microsoft.com/office/drawing/2014/main" id="{550F18B5-1245-2B4C-AA47-F39938FA615F}"/>
              </a:ext>
            </a:extLst>
          </p:cNvPr>
          <p:cNvSpPr>
            <a:spLocks noGrp="1"/>
          </p:cNvSpPr>
          <p:nvPr>
            <p:ph type="title"/>
          </p:nvPr>
        </p:nvSpPr>
        <p:spPr>
          <a:xfrm>
            <a:off x="-972" y="307793"/>
            <a:ext cx="6858000" cy="502338"/>
          </a:xfrm>
        </p:spPr>
        <p:txBody>
          <a:bodyPr>
            <a:normAutofit/>
          </a:bodyPr>
          <a:lstStyle/>
          <a:p>
            <a:pPr algn="ctr"/>
            <a:r>
              <a:rPr lang="en-US" sz="2400" dirty="0">
                <a:solidFill>
                  <a:schemeClr val="tx1"/>
                </a:solidFill>
                <a:latin typeface="Overpass" pitchFamily="2" charset="0"/>
                <a:ea typeface="Tahoma" panose="020B0604030504040204" pitchFamily="34" charset="0"/>
                <a:cs typeface="Tahoma" panose="020B0604030504040204" pitchFamily="34" charset="0"/>
              </a:rPr>
              <a:t>INON BAASOV</a:t>
            </a:r>
            <a:endParaRPr lang="en-IL" sz="2400" dirty="0">
              <a:solidFill>
                <a:schemeClr val="tx1"/>
              </a:solidFill>
              <a:latin typeface="Overpass" pitchFamily="2" charset="0"/>
              <a:ea typeface="Tahoma" panose="020B0604030504040204" pitchFamily="34" charset="0"/>
              <a:cs typeface="Tahoma" panose="020B0604030504040204" pitchFamily="34" charset="0"/>
            </a:endParaRPr>
          </a:p>
        </p:txBody>
      </p:sp>
      <p:grpSp>
        <p:nvGrpSpPr>
          <p:cNvPr id="236" name="Group 235">
            <a:extLst>
              <a:ext uri="{FF2B5EF4-FFF2-40B4-BE49-F238E27FC236}">
                <a16:creationId xmlns:a16="http://schemas.microsoft.com/office/drawing/2014/main" id="{BA846034-E5B0-1F9D-ABEB-DA7831B54ABD}"/>
              </a:ext>
            </a:extLst>
          </p:cNvPr>
          <p:cNvGrpSpPr/>
          <p:nvPr/>
        </p:nvGrpSpPr>
        <p:grpSpPr>
          <a:xfrm>
            <a:off x="191883" y="2032817"/>
            <a:ext cx="6436368" cy="951550"/>
            <a:chOff x="93673" y="1854031"/>
            <a:chExt cx="2936874" cy="355592"/>
          </a:xfrm>
        </p:grpSpPr>
        <p:sp>
          <p:nvSpPr>
            <p:cNvPr id="174" name="Text Placeholder 71">
              <a:extLst>
                <a:ext uri="{FF2B5EF4-FFF2-40B4-BE49-F238E27FC236}">
                  <a16:creationId xmlns:a16="http://schemas.microsoft.com/office/drawing/2014/main" id="{67D1E309-1ED9-E676-89A4-61C198105A97}"/>
                </a:ext>
              </a:extLst>
            </p:cNvPr>
            <p:cNvSpPr txBox="1">
              <a:spLocks/>
            </p:cNvSpPr>
            <p:nvPr/>
          </p:nvSpPr>
          <p:spPr>
            <a:xfrm>
              <a:off x="93673" y="1930686"/>
              <a:ext cx="2936874" cy="278937"/>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87313" indent="-87313">
                <a:lnSpc>
                  <a:spcPts val="1300"/>
                </a:lnSpc>
                <a:spcBef>
                  <a:spcPts val="200"/>
                </a:spcBef>
                <a:buFont typeface="Arial" panose="020B0604020202020204" pitchFamily="34" charset="0"/>
                <a:buChar char="•"/>
              </a:pPr>
              <a:r>
                <a:rPr lang="en-US" sz="1100" b="1" dirty="0">
                  <a:latin typeface="Overpass" pitchFamily="2" charset="0"/>
                  <a:ea typeface="Tahoma" panose="020B0604030504040204" pitchFamily="34" charset="0"/>
                  <a:cs typeface="Tahoma" panose="020B0604030504040204" pitchFamily="34" charset="0"/>
                </a:rPr>
                <a:t>Executive MBA </a:t>
              </a:r>
              <a:r>
                <a:rPr lang="en-US" sz="1100" dirty="0">
                  <a:latin typeface="Overpass" pitchFamily="2" charset="0"/>
                  <a:ea typeface="Tahoma" panose="020B0604030504040204" pitchFamily="34" charset="0"/>
                  <a:cs typeface="Tahoma" panose="020B0604030504040204" pitchFamily="34" charset="0"/>
                </a:rPr>
                <a:t>(Entrepreneurship &amp; High-Tech Management), </a:t>
              </a:r>
              <a:r>
                <a:rPr lang="en-US" sz="1100" b="1" dirty="0">
                  <a:latin typeface="Overpass" pitchFamily="2" charset="0"/>
                  <a:ea typeface="Tahoma" panose="020B0604030504040204" pitchFamily="34" charset="0"/>
                  <a:cs typeface="Tahoma" panose="020B0604030504040204" pitchFamily="34" charset="0"/>
                </a:rPr>
                <a:t>Technion </a:t>
              </a:r>
              <a:r>
                <a:rPr lang="en-US" sz="1100" dirty="0">
                  <a:latin typeface="Overpass" pitchFamily="2" charset="0"/>
                  <a:ea typeface="Tahoma" panose="020B0604030504040204" pitchFamily="34" charset="0"/>
                  <a:cs typeface="Tahoma" panose="020B0604030504040204" pitchFamily="34" charset="0"/>
                </a:rPr>
                <a:t>– Israel Institute of Technology,</a:t>
              </a:r>
              <a:r>
                <a:rPr lang="en-US" sz="1100" b="1" dirty="0">
                  <a:latin typeface="Overpass" pitchFamily="2" charset="0"/>
                  <a:ea typeface="Tahoma" panose="020B0604030504040204" pitchFamily="34" charset="0"/>
                  <a:cs typeface="Tahoma" panose="020B0604030504040204" pitchFamily="34" charset="0"/>
                </a:rPr>
                <a:t> 2016–2018</a:t>
              </a:r>
            </a:p>
            <a:p>
              <a:pPr marL="87313" indent="-87313">
                <a:lnSpc>
                  <a:spcPts val="1300"/>
                </a:lnSpc>
                <a:spcBef>
                  <a:spcPts val="200"/>
                </a:spcBef>
                <a:buFont typeface="Arial" panose="020B0604020202020204" pitchFamily="34" charset="0"/>
                <a:buChar char="•"/>
              </a:pPr>
              <a:r>
                <a:rPr lang="en-US" sz="1100" b="1" dirty="0">
                  <a:latin typeface="Overpass" pitchFamily="2" charset="0"/>
                  <a:ea typeface="Tahoma" panose="020B0604030504040204" pitchFamily="34" charset="0"/>
                  <a:cs typeface="Tahoma" panose="020B0604030504040204" pitchFamily="34" charset="0"/>
                </a:rPr>
                <a:t>B.Sc., Biotechnology &amp; Food Engineering, Technion </a:t>
              </a:r>
              <a:r>
                <a:rPr lang="en-US" sz="1100" dirty="0">
                  <a:latin typeface="Overpass" pitchFamily="2" charset="0"/>
                  <a:ea typeface="Tahoma" panose="020B0604030504040204" pitchFamily="34" charset="0"/>
                  <a:cs typeface="Tahoma" panose="020B0604030504040204" pitchFamily="34" charset="0"/>
                </a:rPr>
                <a:t>– Israel Institute of Technology, </a:t>
              </a:r>
              <a:r>
                <a:rPr lang="en-US" sz="1100" b="1" dirty="0">
                  <a:latin typeface="Overpass" pitchFamily="2" charset="0"/>
                  <a:ea typeface="Tahoma" panose="020B0604030504040204" pitchFamily="34" charset="0"/>
                  <a:cs typeface="Tahoma" panose="020B0604030504040204" pitchFamily="34" charset="0"/>
                </a:rPr>
                <a:t>2005–2008</a:t>
              </a:r>
            </a:p>
            <a:p>
              <a:pPr marL="87313" indent="-87313">
                <a:lnSpc>
                  <a:spcPts val="1300"/>
                </a:lnSpc>
                <a:spcBef>
                  <a:spcPts val="200"/>
                </a:spcBef>
                <a:buFont typeface="Arial" panose="020B0604020202020204" pitchFamily="34" charset="0"/>
                <a:buChar char="•"/>
              </a:pPr>
              <a:r>
                <a:rPr lang="en-US" sz="1100" b="1" dirty="0">
                  <a:latin typeface="Overpass" pitchFamily="2" charset="0"/>
                  <a:ea typeface="Tahoma" panose="020B0604030504040204" pitchFamily="34" charset="0"/>
                  <a:cs typeface="Tahoma" panose="020B0604030504040204" pitchFamily="34" charset="0"/>
                </a:rPr>
                <a:t>Chemical Engineering</a:t>
              </a:r>
              <a:r>
                <a:rPr lang="en-US" sz="1100" dirty="0">
                  <a:latin typeface="Overpass" pitchFamily="2" charset="0"/>
                  <a:ea typeface="Tahoma" panose="020B0604030504040204" pitchFamily="34" charset="0"/>
                  <a:cs typeface="Tahoma" panose="020B0604030504040204" pitchFamily="34" charset="0"/>
                </a:rPr>
                <a:t> – McGill University, Montreal, Canada, </a:t>
              </a:r>
              <a:r>
                <a:rPr lang="en-US" sz="1100" b="1" dirty="0">
                  <a:latin typeface="Overpass" pitchFamily="2" charset="0"/>
                  <a:ea typeface="Tahoma" panose="020B0604030504040204" pitchFamily="34" charset="0"/>
                  <a:cs typeface="Tahoma" panose="020B0604030504040204" pitchFamily="34" charset="0"/>
                </a:rPr>
                <a:t>2004–2005</a:t>
              </a:r>
              <a:endParaRPr lang="en-US" sz="1050" b="1" dirty="0">
                <a:latin typeface="Overpass" pitchFamily="2" charset="0"/>
                <a:ea typeface="Tahoma" panose="020B0604030504040204" pitchFamily="34" charset="0"/>
                <a:cs typeface="Tahoma" panose="020B0604030504040204" pitchFamily="34" charset="0"/>
              </a:endParaRPr>
            </a:p>
          </p:txBody>
        </p:sp>
        <p:sp>
          <p:nvSpPr>
            <p:cNvPr id="231" name="Text Placeholder 46">
              <a:extLst>
                <a:ext uri="{FF2B5EF4-FFF2-40B4-BE49-F238E27FC236}">
                  <a16:creationId xmlns:a16="http://schemas.microsoft.com/office/drawing/2014/main" id="{341669B1-8344-D7A4-D12E-8D04FAB5F455}"/>
                </a:ext>
              </a:extLst>
            </p:cNvPr>
            <p:cNvSpPr txBox="1">
              <a:spLocks/>
            </p:cNvSpPr>
            <p:nvPr/>
          </p:nvSpPr>
          <p:spPr>
            <a:xfrm>
              <a:off x="93673" y="1854031"/>
              <a:ext cx="629175" cy="127022"/>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600" b="1" kern="1200">
                  <a:solidFill>
                    <a:schemeClr val="accent5"/>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0"/>
                </a:spcBef>
              </a:pPr>
              <a:r>
                <a:rPr lang="en-US" sz="1500" u="sng" dirty="0">
                  <a:solidFill>
                    <a:srgbClr val="10ABE2"/>
                  </a:solidFill>
                  <a:latin typeface="Overpass" pitchFamily="2" charset="0"/>
                  <a:ea typeface="Tahoma" panose="020B0604030504040204" pitchFamily="34" charset="0"/>
                  <a:cs typeface="Tahoma" panose="020B0604030504040204" pitchFamily="34" charset="0"/>
                </a:rPr>
                <a:t>Education</a:t>
              </a:r>
            </a:p>
          </p:txBody>
        </p:sp>
      </p:grpSp>
      <p:grpSp>
        <p:nvGrpSpPr>
          <p:cNvPr id="2" name="Group 1">
            <a:extLst>
              <a:ext uri="{FF2B5EF4-FFF2-40B4-BE49-F238E27FC236}">
                <a16:creationId xmlns:a16="http://schemas.microsoft.com/office/drawing/2014/main" id="{E8F3DD04-3596-890A-0289-4F6EC51FBB48}"/>
              </a:ext>
            </a:extLst>
          </p:cNvPr>
          <p:cNvGrpSpPr/>
          <p:nvPr/>
        </p:nvGrpSpPr>
        <p:grpSpPr>
          <a:xfrm>
            <a:off x="227685" y="955426"/>
            <a:ext cx="6521090" cy="1179573"/>
            <a:chOff x="2730795" y="1315393"/>
            <a:chExt cx="4090720" cy="1641149"/>
          </a:xfrm>
        </p:grpSpPr>
        <p:sp>
          <p:nvSpPr>
            <p:cNvPr id="4" name="Text Placeholder 45">
              <a:extLst>
                <a:ext uri="{FF2B5EF4-FFF2-40B4-BE49-F238E27FC236}">
                  <a16:creationId xmlns:a16="http://schemas.microsoft.com/office/drawing/2014/main" id="{A14E25B9-74B7-1D86-F100-61C9666B8B8B}"/>
                </a:ext>
              </a:extLst>
            </p:cNvPr>
            <p:cNvSpPr txBox="1">
              <a:spLocks/>
            </p:cNvSpPr>
            <p:nvPr/>
          </p:nvSpPr>
          <p:spPr>
            <a:xfrm>
              <a:off x="2733799" y="1315393"/>
              <a:ext cx="1514170" cy="409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600" b="1" kern="1200">
                  <a:solidFill>
                    <a:schemeClr val="accent5"/>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500" u="sng" dirty="0">
                  <a:solidFill>
                    <a:srgbClr val="10ABE2"/>
                  </a:solidFill>
                  <a:latin typeface="Overpass" pitchFamily="2" charset="0"/>
                  <a:ea typeface="Tahoma" panose="020B0604030504040204" pitchFamily="34" charset="0"/>
                  <a:cs typeface="Tahoma" panose="020B0604030504040204" pitchFamily="34" charset="0"/>
                </a:rPr>
                <a:t>Professional summary</a:t>
              </a:r>
            </a:p>
          </p:txBody>
        </p:sp>
        <p:sp>
          <p:nvSpPr>
            <p:cNvPr id="5" name="TextBox 4">
              <a:extLst>
                <a:ext uri="{FF2B5EF4-FFF2-40B4-BE49-F238E27FC236}">
                  <a16:creationId xmlns:a16="http://schemas.microsoft.com/office/drawing/2014/main" id="{CD85A639-1B8A-878B-04BB-3EE82339007A}"/>
                </a:ext>
              </a:extLst>
            </p:cNvPr>
            <p:cNvSpPr txBox="1"/>
            <p:nvPr/>
          </p:nvSpPr>
          <p:spPr>
            <a:xfrm>
              <a:off x="2730795" y="1650496"/>
              <a:ext cx="4090720" cy="1306046"/>
            </a:xfrm>
            <a:prstGeom prst="rect">
              <a:avLst/>
            </a:prstGeom>
            <a:noFill/>
          </p:spPr>
          <p:txBody>
            <a:bodyPr wrap="square" rtlCol="0">
              <a:spAutoFit/>
            </a:bodyPr>
            <a:lstStyle/>
            <a:p>
              <a:r>
                <a:rPr lang="en-US" sz="1100" dirty="0">
                  <a:latin typeface="Overpass" pitchFamily="2" charset="0"/>
                </a:rPr>
                <a:t>Strategic Product Manager with 10+ years of experience leading cross-functional teams to deliver digital and MedTech solutions. Proven record in defining product strategy, managing lifecycle execution, and driving regulated projects from concept to launch. Skilled in bridging business, clinical, and technical teams to align user, compliance, and market needs. Passionate about advancing innovation that connects healthcare, technology, and measurable outcomes.</a:t>
              </a:r>
            </a:p>
          </p:txBody>
        </p:sp>
      </p:grpSp>
      <p:grpSp>
        <p:nvGrpSpPr>
          <p:cNvPr id="14" name="Group 13">
            <a:extLst>
              <a:ext uri="{FF2B5EF4-FFF2-40B4-BE49-F238E27FC236}">
                <a16:creationId xmlns:a16="http://schemas.microsoft.com/office/drawing/2014/main" id="{ECC1ACAF-2762-F2BB-D0C1-E9505DACC9F5}"/>
              </a:ext>
            </a:extLst>
          </p:cNvPr>
          <p:cNvGrpSpPr/>
          <p:nvPr/>
        </p:nvGrpSpPr>
        <p:grpSpPr>
          <a:xfrm>
            <a:off x="174171" y="2953896"/>
            <a:ext cx="6580415" cy="5843190"/>
            <a:chOff x="174171" y="2953896"/>
            <a:chExt cx="6580415" cy="5843190"/>
          </a:xfrm>
        </p:grpSpPr>
        <p:grpSp>
          <p:nvGrpSpPr>
            <p:cNvPr id="8" name="Group 7">
              <a:extLst>
                <a:ext uri="{FF2B5EF4-FFF2-40B4-BE49-F238E27FC236}">
                  <a16:creationId xmlns:a16="http://schemas.microsoft.com/office/drawing/2014/main" id="{0706554B-DAEA-F04A-7818-F1555F0613DF}"/>
                </a:ext>
              </a:extLst>
            </p:cNvPr>
            <p:cNvGrpSpPr/>
            <p:nvPr/>
          </p:nvGrpSpPr>
          <p:grpSpPr>
            <a:xfrm>
              <a:off x="174171" y="2953896"/>
              <a:ext cx="6580415" cy="5280283"/>
              <a:chOff x="161926" y="3425455"/>
              <a:chExt cx="6590843" cy="3871405"/>
            </a:xfrm>
          </p:grpSpPr>
          <p:grpSp>
            <p:nvGrpSpPr>
              <p:cNvPr id="12" name="Group 11">
                <a:extLst>
                  <a:ext uri="{FF2B5EF4-FFF2-40B4-BE49-F238E27FC236}">
                    <a16:creationId xmlns:a16="http://schemas.microsoft.com/office/drawing/2014/main" id="{CA96F9C5-B4EE-2CE6-5E39-6D2B06DDBAA4}"/>
                  </a:ext>
                </a:extLst>
              </p:cNvPr>
              <p:cNvGrpSpPr/>
              <p:nvPr/>
            </p:nvGrpSpPr>
            <p:grpSpPr>
              <a:xfrm>
                <a:off x="161926" y="3425455"/>
                <a:ext cx="6590843" cy="3871405"/>
                <a:chOff x="78398" y="3403416"/>
                <a:chExt cx="6718755" cy="2907021"/>
              </a:xfrm>
            </p:grpSpPr>
            <p:grpSp>
              <p:nvGrpSpPr>
                <p:cNvPr id="6" name="Group 5">
                  <a:extLst>
                    <a:ext uri="{FF2B5EF4-FFF2-40B4-BE49-F238E27FC236}">
                      <a16:creationId xmlns:a16="http://schemas.microsoft.com/office/drawing/2014/main" id="{D943FD8F-B645-F5DD-0443-9670451D8FB5}"/>
                    </a:ext>
                  </a:extLst>
                </p:cNvPr>
                <p:cNvGrpSpPr/>
                <p:nvPr/>
              </p:nvGrpSpPr>
              <p:grpSpPr>
                <a:xfrm>
                  <a:off x="78398" y="3403416"/>
                  <a:ext cx="6718755" cy="2907021"/>
                  <a:chOff x="-24741" y="2575123"/>
                  <a:chExt cx="6949855" cy="2254575"/>
                </a:xfrm>
              </p:grpSpPr>
              <p:sp>
                <p:nvSpPr>
                  <p:cNvPr id="154" name="Text Placeholder 52">
                    <a:extLst>
                      <a:ext uri="{FF2B5EF4-FFF2-40B4-BE49-F238E27FC236}">
                        <a16:creationId xmlns:a16="http://schemas.microsoft.com/office/drawing/2014/main" id="{7B120799-BCC3-8E46-2EA5-CFAE368C1FC7}"/>
                      </a:ext>
                    </a:extLst>
                  </p:cNvPr>
                  <p:cNvSpPr txBox="1">
                    <a:spLocks/>
                  </p:cNvSpPr>
                  <p:nvPr/>
                </p:nvSpPr>
                <p:spPr>
                  <a:xfrm>
                    <a:off x="-24741" y="3625180"/>
                    <a:ext cx="6943718" cy="428914"/>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en-IL" sz="1200" b="1" u="sng" dirty="0">
                        <a:latin typeface="Overpass" pitchFamily="2" charset="0"/>
                        <a:ea typeface="Tahoma" panose="020B0604030504040204" pitchFamily="34" charset="0"/>
                        <a:cs typeface="Tahoma" panose="020B0604030504040204" pitchFamily="34" charset="0"/>
                      </a:rPr>
                      <a:t>Arena Plus</a:t>
                    </a:r>
                    <a:r>
                      <a:rPr lang="en-IL" sz="1200" b="1" dirty="0">
                        <a:latin typeface="Overpass" pitchFamily="2" charset="0"/>
                        <a:ea typeface="Tahoma" panose="020B0604030504040204" pitchFamily="34" charset="0"/>
                        <a:cs typeface="Tahoma" panose="020B0604030504040204" pitchFamily="34" charset="0"/>
                      </a:rPr>
                      <a:t> </a:t>
                    </a:r>
                    <a:r>
                      <a:rPr lang="en-IL" sz="1050" i="1" dirty="0">
                        <a:latin typeface="Overpass" pitchFamily="2" charset="0"/>
                        <a:ea typeface="Tahoma" panose="020B0604030504040204" pitchFamily="34" charset="0"/>
                        <a:cs typeface="Tahoma" panose="020B0604030504040204" pitchFamily="34" charset="0"/>
                      </a:rPr>
                      <a:t>Financial Services</a:t>
                    </a:r>
                    <a:r>
                      <a:rPr lang="en-US" sz="1050" i="1" dirty="0">
                        <a:latin typeface="Overpass" pitchFamily="2" charset="0"/>
                        <a:ea typeface="Tahoma" panose="020B0604030504040204" pitchFamily="34" charset="0"/>
                        <a:cs typeface="Tahoma" panose="020B0604030504040204" pitchFamily="34" charset="0"/>
                      </a:rPr>
                      <a:t> </a:t>
                    </a:r>
                    <a:r>
                      <a:rPr lang="en-US" sz="1050" b="1" i="1" dirty="0">
                        <a:effectLst/>
                        <a:latin typeface="Overpass" pitchFamily="2" charset="0"/>
                        <a:ea typeface="Tahoma" panose="020B0604030504040204" pitchFamily="34" charset="0"/>
                        <a:cs typeface="Tahoma" panose="020B0604030504040204" pitchFamily="34" charset="0"/>
                      </a:rPr>
                      <a:t>| </a:t>
                    </a:r>
                    <a:r>
                      <a:rPr lang="en-US" sz="1050" b="1" i="1" dirty="0">
                        <a:latin typeface="Overpass" pitchFamily="2" charset="0"/>
                      </a:rPr>
                      <a:t>Senior Product/Project Manager |</a:t>
                    </a:r>
                    <a:r>
                      <a:rPr lang="en-US" sz="1200" b="1" dirty="0">
                        <a:effectLst/>
                        <a:latin typeface="Overpass" pitchFamily="2" charset="0"/>
                        <a:ea typeface="Tahoma" panose="020B0604030504040204" pitchFamily="34" charset="0"/>
                        <a:cs typeface="Tahoma" panose="020B0604030504040204" pitchFamily="34" charset="0"/>
                      </a:rPr>
                      <a:t>    </a:t>
                    </a:r>
                    <a:r>
                      <a:rPr lang="en-US" sz="1200" b="1" dirty="0">
                        <a:latin typeface="Overpass" pitchFamily="2" charset="0"/>
                        <a:ea typeface="Tahoma" panose="020B0604030504040204" pitchFamily="34" charset="0"/>
                        <a:cs typeface="Tahoma" panose="020B0604030504040204" pitchFamily="34" charset="0"/>
                      </a:rPr>
                      <a:t> 	          </a:t>
                    </a:r>
                    <a:r>
                      <a:rPr lang="en-US" sz="1200" b="1" dirty="0">
                        <a:latin typeface="Overpass" pitchFamily="2" charset="0"/>
                      </a:rPr>
                      <a:t> 2015 - 2018 </a:t>
                    </a:r>
                    <a:r>
                      <a:rPr lang="en-US" sz="1100" b="1" dirty="0">
                        <a:latin typeface="Overpass" pitchFamily="2" charset="0"/>
                      </a:rPr>
                      <a:t>	</a:t>
                    </a:r>
                  </a:p>
                  <a:p>
                    <a:pPr marL="85725" indent="-85725">
                      <a:lnSpc>
                        <a:spcPct val="100000"/>
                      </a:lnSpc>
                      <a:spcBef>
                        <a:spcPts val="200"/>
                      </a:spcBef>
                      <a:buFont typeface="Arial" panose="020B0604020202020204" pitchFamily="34" charset="0"/>
                      <a:buChar char="•"/>
                    </a:pPr>
                    <a:r>
                      <a:rPr lang="en-US" sz="1100" dirty="0">
                        <a:latin typeface="Overpass" pitchFamily="2" charset="0"/>
                      </a:rPr>
                      <a:t>Led strategic product initiatives across multiple financial platforms.</a:t>
                    </a:r>
                  </a:p>
                  <a:p>
                    <a:pPr marL="85725" indent="-85725">
                      <a:lnSpc>
                        <a:spcPct val="100000"/>
                      </a:lnSpc>
                      <a:spcBef>
                        <a:spcPts val="200"/>
                      </a:spcBef>
                      <a:buFont typeface="Arial" panose="020B0604020202020204" pitchFamily="34" charset="0"/>
                      <a:buChar char="•"/>
                    </a:pPr>
                    <a:r>
                      <a:rPr lang="en-US" sz="1100" dirty="0">
                        <a:latin typeface="Overpass" pitchFamily="2" charset="0"/>
                      </a:rPr>
                      <a:t>Introduced Agile frameworks cutting time-to-market by 20%.</a:t>
                    </a:r>
                  </a:p>
                  <a:p>
                    <a:pPr marL="85725" indent="-85725">
                      <a:lnSpc>
                        <a:spcPct val="100000"/>
                      </a:lnSpc>
                      <a:spcBef>
                        <a:spcPts val="200"/>
                      </a:spcBef>
                      <a:buFont typeface="Arial" panose="020B0604020202020204" pitchFamily="34" charset="0"/>
                      <a:buChar char="•"/>
                    </a:pPr>
                    <a:r>
                      <a:rPr lang="en-US" sz="1100" dirty="0">
                        <a:latin typeface="Overpass" pitchFamily="2" charset="0"/>
                      </a:rPr>
                      <a:t>Increased adoption +22% QoQ and revenue +15% through data-driven roadmaps.</a:t>
                    </a:r>
                  </a:p>
                  <a:p>
                    <a:pPr marL="85725" indent="-85725">
                      <a:lnSpc>
                        <a:spcPct val="100000"/>
                      </a:lnSpc>
                      <a:spcBef>
                        <a:spcPts val="200"/>
                      </a:spcBef>
                      <a:buFont typeface="Arial" panose="020B0604020202020204" pitchFamily="34" charset="0"/>
                      <a:buChar char="•"/>
                    </a:pPr>
                    <a:r>
                      <a:rPr lang="en-US" sz="1100" dirty="0">
                        <a:latin typeface="Overpass" pitchFamily="2" charset="0"/>
                      </a:rPr>
                      <a:t>Managed global dev and UX teams ensuring alignment with business objectives.</a:t>
                    </a:r>
                    <a:r>
                      <a:rPr lang="en-US" sz="1050" b="1" i="1" dirty="0">
                        <a:latin typeface="Overpass" pitchFamily="2" charset="0"/>
                      </a:rPr>
                      <a:t> </a:t>
                    </a:r>
                    <a:endParaRPr lang="en-US" sz="1100" dirty="0">
                      <a:latin typeface="Overpass" pitchFamily="2" charset="0"/>
                    </a:endParaRPr>
                  </a:p>
                </p:txBody>
              </p:sp>
              <p:sp>
                <p:nvSpPr>
                  <p:cNvPr id="242" name="Text Placeholder 45">
                    <a:extLst>
                      <a:ext uri="{FF2B5EF4-FFF2-40B4-BE49-F238E27FC236}">
                        <a16:creationId xmlns:a16="http://schemas.microsoft.com/office/drawing/2014/main" id="{736313EA-3C2D-C5A9-2ED3-22681A16B477}"/>
                      </a:ext>
                    </a:extLst>
                  </p:cNvPr>
                  <p:cNvSpPr txBox="1">
                    <a:spLocks/>
                  </p:cNvSpPr>
                  <p:nvPr/>
                </p:nvSpPr>
                <p:spPr>
                  <a:xfrm>
                    <a:off x="-19577" y="2575123"/>
                    <a:ext cx="2719752" cy="199157"/>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600" b="1" kern="1200">
                        <a:solidFill>
                          <a:schemeClr val="accent5"/>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500" u="sng" dirty="0">
                        <a:solidFill>
                          <a:srgbClr val="10ABE2"/>
                        </a:solidFill>
                        <a:latin typeface="Overpass" pitchFamily="2" charset="0"/>
                        <a:ea typeface="Tahoma" panose="020B0604030504040204" pitchFamily="34" charset="0"/>
                        <a:cs typeface="Tahoma" panose="020B0604030504040204" pitchFamily="34" charset="0"/>
                      </a:rPr>
                      <a:t>Professional experience</a:t>
                    </a:r>
                  </a:p>
                </p:txBody>
              </p:sp>
              <p:sp>
                <p:nvSpPr>
                  <p:cNvPr id="9" name="Text Placeholder 52">
                    <a:extLst>
                      <a:ext uri="{FF2B5EF4-FFF2-40B4-BE49-F238E27FC236}">
                        <a16:creationId xmlns:a16="http://schemas.microsoft.com/office/drawing/2014/main" id="{6871FAD5-DAC9-2E88-43EE-71DE2313B5BC}"/>
                      </a:ext>
                    </a:extLst>
                  </p:cNvPr>
                  <p:cNvSpPr txBox="1">
                    <a:spLocks/>
                  </p:cNvSpPr>
                  <p:nvPr/>
                </p:nvSpPr>
                <p:spPr>
                  <a:xfrm>
                    <a:off x="-18603" y="4030380"/>
                    <a:ext cx="6943717" cy="428914"/>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it-IT" sz="1100" b="1" dirty="0">
                        <a:latin typeface="Overpass" pitchFamily="2" charset="0"/>
                        <a:ea typeface="Tahoma" panose="020B0604030504040204" pitchFamily="34" charset="0"/>
                        <a:cs typeface="Tahoma" panose="020B0604030504040204" pitchFamily="34" charset="0"/>
                        <a:hlinkClick r:id="rId3">
                          <a:extLst>
                            <a:ext uri="{A12FA001-AC4F-418D-AE19-62706E023703}">
                              <ahyp:hlinkClr xmlns:ahyp="http://schemas.microsoft.com/office/drawing/2018/hyperlinkcolor" val="tx"/>
                            </a:ext>
                          </a:extLst>
                        </a:hlinkClick>
                      </a:rPr>
                      <a:t>Pharmabest Inc. &amp; Philtel Inc.</a:t>
                    </a:r>
                    <a:r>
                      <a:rPr lang="it-IT" sz="1050" b="1" dirty="0">
                        <a:latin typeface="Overpass" pitchFamily="2" charset="0"/>
                        <a:ea typeface="Tahoma" panose="020B0604030504040204" pitchFamily="34" charset="0"/>
                        <a:cs typeface="Tahoma" panose="020B0604030504040204" pitchFamily="34" charset="0"/>
                      </a:rPr>
                      <a:t> | </a:t>
                    </a:r>
                    <a:r>
                      <a:rPr lang="it-IT" sz="1050" b="1" i="1" dirty="0">
                        <a:latin typeface="Overpass" pitchFamily="2" charset="0"/>
                        <a:ea typeface="Tahoma" panose="020B0604030504040204" pitchFamily="34" charset="0"/>
                        <a:cs typeface="Tahoma" panose="020B0604030504040204" pitchFamily="34" charset="0"/>
                      </a:rPr>
                      <a:t>Exec. QA Manager |</a:t>
                    </a:r>
                    <a:r>
                      <a:rPr lang="it-IT" sz="1100" b="1" dirty="0">
                        <a:latin typeface="Overpass" pitchFamily="2" charset="0"/>
                        <a:ea typeface="Tahoma" panose="020B0604030504040204" pitchFamily="34" charset="0"/>
                        <a:cs typeface="Tahoma" panose="020B0604030504040204" pitchFamily="34" charset="0"/>
                      </a:rPr>
                      <a:t>	      		</a:t>
                    </a:r>
                    <a:r>
                      <a:rPr lang="it-IT" sz="1200" b="1" dirty="0">
                        <a:latin typeface="Overpass" pitchFamily="2" charset="0"/>
                        <a:ea typeface="Tahoma" panose="020B0604030504040204" pitchFamily="34" charset="0"/>
                        <a:cs typeface="Tahoma" panose="020B0604030504040204" pitchFamily="34" charset="0"/>
                      </a:rPr>
                      <a:t>           2011 - 2013</a:t>
                    </a:r>
                    <a:endParaRPr lang="it-IT" sz="1100" b="1" dirty="0">
                      <a:latin typeface="Overpass" pitchFamily="2" charset="0"/>
                      <a:ea typeface="Tahoma" panose="020B0604030504040204" pitchFamily="34" charset="0"/>
                      <a:cs typeface="Tahoma" panose="020B0604030504040204" pitchFamily="34" charset="0"/>
                    </a:endParaRPr>
                  </a:p>
                  <a:p>
                    <a:pPr marL="85725" indent="-85725">
                      <a:lnSpc>
                        <a:spcPct val="100000"/>
                      </a:lnSpc>
                      <a:spcBef>
                        <a:spcPts val="200"/>
                      </a:spcBef>
                      <a:buFont typeface="Arial" panose="020B0604020202020204" pitchFamily="34" charset="0"/>
                      <a:buChar char="•"/>
                    </a:pPr>
                    <a:r>
                      <a:rPr lang="en-US" sz="1050" dirty="0">
                        <a:latin typeface="Overpass" pitchFamily="2" charset="0"/>
                      </a:rPr>
                      <a:t>Led quality and safety systems for medical food and device products.</a:t>
                    </a:r>
                  </a:p>
                  <a:p>
                    <a:pPr marL="85725" indent="-85725">
                      <a:lnSpc>
                        <a:spcPct val="100000"/>
                      </a:lnSpc>
                      <a:spcBef>
                        <a:spcPts val="200"/>
                      </a:spcBef>
                      <a:buFont typeface="Arial" panose="020B0604020202020204" pitchFamily="34" charset="0"/>
                      <a:buChar char="•"/>
                    </a:pPr>
                    <a:r>
                      <a:rPr lang="en-US" sz="1050" dirty="0">
                        <a:latin typeface="Overpass" pitchFamily="2" charset="0"/>
                      </a:rPr>
                      <a:t>Owned SOP management, audits, training, and change control processes.</a:t>
                    </a:r>
                  </a:p>
                  <a:p>
                    <a:pPr marL="85725" indent="-85725">
                      <a:lnSpc>
                        <a:spcPct val="100000"/>
                      </a:lnSpc>
                      <a:spcBef>
                        <a:spcPts val="200"/>
                      </a:spcBef>
                      <a:buFont typeface="Arial" panose="020B0604020202020204" pitchFamily="34" charset="0"/>
                      <a:buChar char="•"/>
                    </a:pPr>
                    <a:r>
                      <a:rPr lang="en-US" sz="1050" dirty="0">
                        <a:latin typeface="Overpass" pitchFamily="2" charset="0"/>
                      </a:rPr>
                      <a:t>Achieved ISO 9001 certification for </a:t>
                    </a:r>
                    <a:r>
                      <a:rPr lang="en-US" sz="1050" dirty="0" err="1">
                        <a:latin typeface="Overpass" pitchFamily="2" charset="0"/>
                      </a:rPr>
                      <a:t>Philtel</a:t>
                    </a:r>
                    <a:r>
                      <a:rPr lang="en-US" sz="1050" dirty="0">
                        <a:latin typeface="Overpass" pitchFamily="2" charset="0"/>
                      </a:rPr>
                      <a:t> and recertification for </a:t>
                    </a:r>
                    <a:r>
                      <a:rPr lang="en-US" sz="1050" dirty="0" err="1">
                        <a:latin typeface="Overpass" pitchFamily="2" charset="0"/>
                      </a:rPr>
                      <a:t>Pharmabest</a:t>
                    </a:r>
                    <a:r>
                      <a:rPr lang="en-US" sz="1050" dirty="0">
                        <a:latin typeface="Overpass" pitchFamily="2" charset="0"/>
                      </a:rPr>
                      <a:t>.</a:t>
                    </a:r>
                  </a:p>
                  <a:p>
                    <a:pPr marL="85725" indent="-85725">
                      <a:lnSpc>
                        <a:spcPct val="100000"/>
                      </a:lnSpc>
                      <a:spcBef>
                        <a:spcPts val="200"/>
                      </a:spcBef>
                      <a:buFont typeface="Arial" panose="020B0604020202020204" pitchFamily="34" charset="0"/>
                      <a:buChar char="•"/>
                    </a:pPr>
                    <a:r>
                      <a:rPr lang="en-US" sz="1050" dirty="0">
                        <a:latin typeface="Overpass" pitchFamily="2" charset="0"/>
                      </a:rPr>
                      <a:t>Supported regulatory team in medical-device registration and compliance.</a:t>
                    </a:r>
                    <a:endParaRPr lang="it-IT" sz="1400" i="1" dirty="0">
                      <a:effectLst/>
                      <a:latin typeface="Overpass" pitchFamily="2" charset="0"/>
                      <a:ea typeface="Tahoma" panose="020B0604030504040204" pitchFamily="34" charset="0"/>
                      <a:cs typeface="Tahoma" panose="020B0604030504040204" pitchFamily="34" charset="0"/>
                    </a:endParaRPr>
                  </a:p>
                </p:txBody>
              </p:sp>
              <p:sp>
                <p:nvSpPr>
                  <p:cNvPr id="10" name="Text Placeholder 52">
                    <a:extLst>
                      <a:ext uri="{FF2B5EF4-FFF2-40B4-BE49-F238E27FC236}">
                        <a16:creationId xmlns:a16="http://schemas.microsoft.com/office/drawing/2014/main" id="{BA499EBC-730C-6472-42B1-4FBCAD1BA552}"/>
                      </a:ext>
                    </a:extLst>
                  </p:cNvPr>
                  <p:cNvSpPr txBox="1">
                    <a:spLocks/>
                  </p:cNvSpPr>
                  <p:nvPr/>
                </p:nvSpPr>
                <p:spPr>
                  <a:xfrm>
                    <a:off x="-6035" y="4426379"/>
                    <a:ext cx="6931149" cy="403319"/>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it-IT" sz="1100" b="1" dirty="0">
                        <a:effectLst/>
                        <a:latin typeface="Overpass" pitchFamily="2" charset="0"/>
                        <a:ea typeface="Tahoma" panose="020B0604030504040204" pitchFamily="34" charset="0"/>
                        <a:cs typeface="Tahoma" panose="020B0604030504040204" pitchFamily="34" charset="0"/>
                        <a:hlinkClick r:id="rId4">
                          <a:extLst>
                            <a:ext uri="{A12FA001-AC4F-418D-AE19-62706E023703}">
                              <ahyp:hlinkClr xmlns:ahyp="http://schemas.microsoft.com/office/drawing/2018/hyperlinkcolor" val="tx"/>
                            </a:ext>
                          </a:extLst>
                        </a:hlinkClick>
                      </a:rPr>
                      <a:t>Blau Pharmaceuticals Services Inc.</a:t>
                    </a:r>
                    <a:r>
                      <a:rPr lang="it-IT" sz="1050" b="1" i="1" dirty="0">
                        <a:effectLst/>
                        <a:latin typeface="Overpass" pitchFamily="2" charset="0"/>
                        <a:ea typeface="Tahoma" panose="020B0604030504040204" pitchFamily="34" charset="0"/>
                        <a:cs typeface="Tahoma" panose="020B0604030504040204" pitchFamily="34" charset="0"/>
                      </a:rPr>
                      <a:t> | Regulatory Affairs Consultant |</a:t>
                    </a:r>
                    <a:r>
                      <a:rPr lang="it-IT" sz="1100" b="1" dirty="0">
                        <a:effectLst/>
                        <a:latin typeface="Overpass" pitchFamily="2" charset="0"/>
                        <a:ea typeface="Tahoma" panose="020B0604030504040204" pitchFamily="34" charset="0"/>
                        <a:cs typeface="Tahoma" panose="020B0604030504040204" pitchFamily="34" charset="0"/>
                      </a:rPr>
                      <a:t>	</a:t>
                    </a:r>
                    <a:r>
                      <a:rPr lang="it-IT" sz="1200" b="1" dirty="0">
                        <a:latin typeface="Overpass" pitchFamily="2" charset="0"/>
                        <a:ea typeface="Tahoma" panose="020B0604030504040204" pitchFamily="34" charset="0"/>
                        <a:cs typeface="Tahoma" panose="020B0604030504040204" pitchFamily="34" charset="0"/>
                      </a:rPr>
                      <a:t>           </a:t>
                    </a:r>
                    <a:r>
                      <a:rPr lang="it-IT" sz="1200" b="1" dirty="0">
                        <a:effectLst/>
                        <a:latin typeface="Overpass" pitchFamily="2" charset="0"/>
                        <a:ea typeface="Tahoma" panose="020B0604030504040204" pitchFamily="34" charset="0"/>
                        <a:cs typeface="Tahoma" panose="020B0604030504040204" pitchFamily="34" charset="0"/>
                      </a:rPr>
                      <a:t>2009 - 2011</a:t>
                    </a:r>
                  </a:p>
                  <a:p>
                    <a:pPr marL="85725" indent="-85725">
                      <a:lnSpc>
                        <a:spcPct val="100000"/>
                      </a:lnSpc>
                      <a:spcBef>
                        <a:spcPts val="200"/>
                      </a:spcBef>
                      <a:buFont typeface="Arial" panose="020B0604020202020204" pitchFamily="34" charset="0"/>
                      <a:buChar char="•"/>
                    </a:pPr>
                    <a:r>
                      <a:rPr lang="en-US" sz="1050" dirty="0">
                        <a:latin typeface="Overpass" pitchFamily="2" charset="0"/>
                      </a:rPr>
                      <a:t>Managed registration and regulatory maintenance for pharma and medical-device companies under Israeli MoH.</a:t>
                    </a:r>
                  </a:p>
                  <a:p>
                    <a:pPr marL="85725" indent="-85725">
                      <a:lnSpc>
                        <a:spcPct val="100000"/>
                      </a:lnSpc>
                      <a:spcBef>
                        <a:spcPts val="200"/>
                      </a:spcBef>
                      <a:buFont typeface="Arial" panose="020B0604020202020204" pitchFamily="34" charset="0"/>
                      <a:buChar char="•"/>
                    </a:pPr>
                    <a:r>
                      <a:rPr lang="en-US" sz="1050" dirty="0">
                        <a:latin typeface="Overpass" pitchFamily="2" charset="0"/>
                      </a:rPr>
                      <a:t>Headed Pharmacovigilance and Medical Device departments; supervised 6-member team.</a:t>
                    </a:r>
                  </a:p>
                  <a:p>
                    <a:pPr marL="85725" indent="-85725">
                      <a:lnSpc>
                        <a:spcPct val="100000"/>
                      </a:lnSpc>
                      <a:spcBef>
                        <a:spcPts val="200"/>
                      </a:spcBef>
                      <a:buFont typeface="Arial" panose="020B0604020202020204" pitchFamily="34" charset="0"/>
                      <a:buChar char="•"/>
                    </a:pPr>
                    <a:r>
                      <a:rPr lang="en-US" sz="1050" dirty="0">
                        <a:latin typeface="Overpass" pitchFamily="2" charset="0"/>
                      </a:rPr>
                      <a:t>Led projects with global manufacturers covering documentation, packaging, and translation compliance.</a:t>
                    </a:r>
                    <a:endParaRPr lang="it-IT" sz="1050" i="1" dirty="0">
                      <a:effectLst/>
                      <a:latin typeface="Overpass" pitchFamily="2" charset="0"/>
                      <a:ea typeface="Tahoma" panose="020B0604030504040204" pitchFamily="34" charset="0"/>
                      <a:cs typeface="Tahoma" panose="020B0604030504040204" pitchFamily="34" charset="0"/>
                    </a:endParaRPr>
                  </a:p>
                </p:txBody>
              </p:sp>
            </p:grpSp>
            <p:sp>
              <p:nvSpPr>
                <p:cNvPr id="11" name="TextBox 10">
                  <a:extLst>
                    <a:ext uri="{FF2B5EF4-FFF2-40B4-BE49-F238E27FC236}">
                      <a16:creationId xmlns:a16="http://schemas.microsoft.com/office/drawing/2014/main" id="{D6C75DF8-197B-BFD3-34D2-297D5EA3D213}"/>
                    </a:ext>
                  </a:extLst>
                </p:cNvPr>
                <p:cNvSpPr txBox="1">
                  <a:spLocks/>
                </p:cNvSpPr>
                <p:nvPr/>
              </p:nvSpPr>
              <p:spPr>
                <a:xfrm>
                  <a:off x="78399" y="4042451"/>
                  <a:ext cx="6713716" cy="768147"/>
                </a:xfrm>
                <a:prstGeom prst="rect">
                  <a:avLst/>
                </a:prstGeom>
                <a:noFill/>
              </p:spPr>
              <p:txBody>
                <a:bodyPr wrap="square" rtlCol="0">
                  <a:spAutoFit/>
                </a:bodyPr>
                <a:lstStyle/>
                <a:p>
                  <a:r>
                    <a:rPr lang="en-US" sz="1200" b="1" u="sng" dirty="0">
                      <a:latin typeface="Overpass" pitchFamily="2" charset="0"/>
                      <a:ea typeface="Tahoma" panose="020B0604030504040204" pitchFamily="34" charset="0"/>
                      <a:cs typeface="Tahoma" panose="020B0604030504040204" pitchFamily="34" charset="0"/>
                    </a:rPr>
                    <a:t>TouchE</a:t>
                  </a:r>
                  <a:r>
                    <a:rPr lang="en-US" sz="1200" b="1" dirty="0">
                      <a:latin typeface="Overpass" pitchFamily="2" charset="0"/>
                      <a:ea typeface="Tahoma" panose="020B0604030504040204" pitchFamily="34" charset="0"/>
                      <a:cs typeface="Tahoma" panose="020B0604030504040204" pitchFamily="34" charset="0"/>
                    </a:rPr>
                    <a:t> </a:t>
                  </a:r>
                  <a:r>
                    <a:rPr lang="en-US" sz="1050" i="1" dirty="0">
                      <a:latin typeface="Overpass" pitchFamily="2" charset="0"/>
                    </a:rPr>
                    <a:t>AI interactive video SaaS</a:t>
                  </a:r>
                  <a:r>
                    <a:rPr lang="en-US" sz="1050" b="1" i="1" dirty="0">
                      <a:latin typeface="Overpass" pitchFamily="2" charset="0"/>
                    </a:rPr>
                    <a:t>  </a:t>
                  </a:r>
                  <a:r>
                    <a:rPr lang="en-US" sz="1050" b="1" i="1" dirty="0">
                      <a:latin typeface="Overpass" pitchFamily="2" charset="0"/>
                      <a:ea typeface="Tahoma" panose="020B0604030504040204" pitchFamily="34" charset="0"/>
                      <a:cs typeface="Tahoma" panose="020B0604030504040204" pitchFamily="34" charset="0"/>
                    </a:rPr>
                    <a:t>| </a:t>
                  </a:r>
                  <a:r>
                    <a:rPr lang="en-US" sz="1050" b="1" i="1" dirty="0">
                      <a:latin typeface="Overpass" pitchFamily="2" charset="0"/>
                    </a:rPr>
                    <a:t>Co-Founder &amp; Product/Project Lead |</a:t>
                  </a:r>
                  <a:r>
                    <a:rPr lang="en-US" sz="1200" b="1" dirty="0">
                      <a:latin typeface="Overpass" pitchFamily="2" charset="0"/>
                      <a:ea typeface="Tahoma" panose="020B0604030504040204" pitchFamily="34" charset="0"/>
                      <a:cs typeface="Tahoma" panose="020B0604030504040204" pitchFamily="34" charset="0"/>
                    </a:rPr>
                    <a:t>		     2018 - 2024</a:t>
                  </a:r>
                </a:p>
                <a:p>
                  <a:pPr marL="85725" indent="-85725">
                    <a:spcBef>
                      <a:spcPts val="200"/>
                    </a:spcBef>
                    <a:buFont typeface="Arial" panose="020B0604020202020204" pitchFamily="34" charset="0"/>
                    <a:buChar char="•"/>
                  </a:pPr>
                  <a:r>
                    <a:rPr lang="en-US" sz="1100" dirty="0">
                      <a:latin typeface="Overpass" pitchFamily="2" charset="0"/>
                    </a:rPr>
                    <a:t>Directed cross-functional product development for a multi-platform interactive system integrating web, mobile, and connected devices.</a:t>
                  </a:r>
                </a:p>
                <a:p>
                  <a:pPr marL="85725" indent="-85725">
                    <a:spcBef>
                      <a:spcPts val="200"/>
                    </a:spcBef>
                    <a:buFont typeface="Arial" panose="020B0604020202020204" pitchFamily="34" charset="0"/>
                    <a:buChar char="•"/>
                  </a:pPr>
                  <a:r>
                    <a:rPr lang="en-US" sz="1100" dirty="0">
                      <a:latin typeface="Overpass" pitchFamily="2" charset="0"/>
                    </a:rPr>
                    <a:t>Secured $2.5M seed funding and drove end-to-end launch roadmap.</a:t>
                  </a:r>
                </a:p>
                <a:p>
                  <a:pPr marL="85725" indent="-85725">
                    <a:spcBef>
                      <a:spcPts val="200"/>
                    </a:spcBef>
                    <a:buFont typeface="Arial" panose="020B0604020202020204" pitchFamily="34" charset="0"/>
                    <a:buChar char="•"/>
                  </a:pPr>
                  <a:r>
                    <a:rPr lang="en-US" sz="1100" dirty="0">
                      <a:latin typeface="Overpass" pitchFamily="2" charset="0"/>
                    </a:rPr>
                    <a:t>Managed global teams (Engineering, Design, QA, Data) under Agile, boosting efficiency +38% and adoption +24%.</a:t>
                  </a:r>
                </a:p>
                <a:p>
                  <a:pPr marL="85725" indent="-85725">
                    <a:spcBef>
                      <a:spcPts val="200"/>
                    </a:spcBef>
                    <a:buFont typeface="Arial" panose="020B0604020202020204" pitchFamily="34" charset="0"/>
                    <a:buChar char="•"/>
                  </a:pPr>
                  <a:r>
                    <a:rPr lang="en-US" sz="1100" dirty="0">
                      <a:latin typeface="Overpass" pitchFamily="2" charset="0"/>
                    </a:rPr>
                    <a:t>Oversaw product lifecycle and integrations with enterprise clients ensuring delivery excellence.</a:t>
                  </a:r>
                </a:p>
              </p:txBody>
            </p:sp>
          </p:grpSp>
          <p:sp>
            <p:nvSpPr>
              <p:cNvPr id="7" name="Text Placeholder 52">
                <a:extLst>
                  <a:ext uri="{FF2B5EF4-FFF2-40B4-BE49-F238E27FC236}">
                    <a16:creationId xmlns:a16="http://schemas.microsoft.com/office/drawing/2014/main" id="{C74AC998-3F7B-596D-682D-63841FD8BC26}"/>
                  </a:ext>
                </a:extLst>
              </p:cNvPr>
              <p:cNvSpPr txBox="1">
                <a:spLocks/>
              </p:cNvSpPr>
              <p:nvPr/>
            </p:nvSpPr>
            <p:spPr>
              <a:xfrm>
                <a:off x="179665" y="3593356"/>
                <a:ext cx="6568161" cy="699002"/>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it-IT" sz="1200" b="1" u="sng" dirty="0">
                    <a:latin typeface="Overpass" pitchFamily="2" charset="0"/>
                    <a:ea typeface="Tahoma" panose="020B0604030504040204" pitchFamily="34" charset="0"/>
                    <a:cs typeface="Tahoma" panose="020B0604030504040204" pitchFamily="34" charset="0"/>
                  </a:rPr>
                  <a:t>Inon Baasov Ltd</a:t>
                </a:r>
                <a:r>
                  <a:rPr lang="it-IT" sz="1200" b="1" dirty="0">
                    <a:latin typeface="Overpass" pitchFamily="2" charset="0"/>
                    <a:ea typeface="Tahoma" panose="020B0604030504040204" pitchFamily="34" charset="0"/>
                    <a:cs typeface="Tahoma" panose="020B0604030504040204" pitchFamily="34" charset="0"/>
                  </a:rPr>
                  <a:t>  </a:t>
                </a:r>
                <a:r>
                  <a:rPr lang="it-IT" sz="1200" dirty="0">
                    <a:latin typeface="Overpass" pitchFamily="2" charset="0"/>
                    <a:ea typeface="Tahoma" panose="020B0604030504040204" pitchFamily="34" charset="0"/>
                    <a:cs typeface="Tahoma" panose="020B0604030504040204" pitchFamily="34" charset="0"/>
                  </a:rPr>
                  <a:t>|</a:t>
                </a:r>
                <a:r>
                  <a:rPr lang="it-IT" sz="1200" b="1" dirty="0">
                    <a:latin typeface="Overpass" pitchFamily="2" charset="0"/>
                    <a:ea typeface="Tahoma" panose="020B0604030504040204" pitchFamily="34" charset="0"/>
                    <a:cs typeface="Tahoma" panose="020B0604030504040204" pitchFamily="34" charset="0"/>
                  </a:rPr>
                  <a:t> </a:t>
                </a:r>
                <a:r>
                  <a:rPr lang="it-IT" sz="1050" b="1" i="1" dirty="0">
                    <a:latin typeface="Overpass" pitchFamily="2" charset="0"/>
                    <a:ea typeface="Tahoma" panose="020B0604030504040204" pitchFamily="34" charset="0"/>
                    <a:cs typeface="Tahoma" panose="020B0604030504040204" pitchFamily="34" charset="0"/>
                  </a:rPr>
                  <a:t>Product Strategy Consultant  </a:t>
                </a:r>
                <a:r>
                  <a:rPr lang="it-IT" sz="1050" i="1" dirty="0">
                    <a:latin typeface="Overpass" pitchFamily="2" charset="0"/>
                    <a:ea typeface="Tahoma" panose="020B0604030504040204" pitchFamily="34" charset="0"/>
                    <a:cs typeface="Tahoma" panose="020B0604030504040204" pitchFamily="34" charset="0"/>
                  </a:rPr>
                  <a:t>|			              </a:t>
                </a:r>
                <a:r>
                  <a:rPr lang="it-IT" sz="1200" b="1" dirty="0">
                    <a:latin typeface="Overpass" pitchFamily="2" charset="0"/>
                    <a:ea typeface="Tahoma" panose="020B0604030504040204" pitchFamily="34" charset="0"/>
                    <a:cs typeface="Tahoma" panose="020B0604030504040204" pitchFamily="34" charset="0"/>
                  </a:rPr>
                  <a:t>2024 - Present</a:t>
                </a:r>
              </a:p>
              <a:p>
                <a:pPr marL="85725" indent="-85725">
                  <a:lnSpc>
                    <a:spcPct val="100000"/>
                  </a:lnSpc>
                  <a:spcBef>
                    <a:spcPts val="200"/>
                  </a:spcBef>
                  <a:buFont typeface="Arial" panose="020B0604020202020204" pitchFamily="34" charset="0"/>
                  <a:buChar char="•"/>
                </a:pPr>
                <a:r>
                  <a:rPr lang="en-US" sz="1100" dirty="0">
                    <a:latin typeface="Overpass" pitchFamily="2" charset="0"/>
                  </a:rPr>
                  <a:t>Advise startups on product strategy and roadmap execution in digital health and AI.</a:t>
                </a:r>
              </a:p>
              <a:p>
                <a:pPr marL="85725" indent="-85725">
                  <a:lnSpc>
                    <a:spcPct val="100000"/>
                  </a:lnSpc>
                  <a:spcBef>
                    <a:spcPts val="200"/>
                  </a:spcBef>
                  <a:buFont typeface="Arial" panose="020B0604020202020204" pitchFamily="34" charset="0"/>
                  <a:buChar char="•"/>
                </a:pPr>
                <a:r>
                  <a:rPr lang="en-US" sz="1100" dirty="0">
                    <a:latin typeface="Overpass" pitchFamily="2" charset="0"/>
                  </a:rPr>
                  <a:t>Define product strategy and KPIs aligning clinical, regulatory, and market goals.</a:t>
                </a:r>
              </a:p>
              <a:p>
                <a:pPr marL="85725" indent="-85725">
                  <a:lnSpc>
                    <a:spcPct val="100000"/>
                  </a:lnSpc>
                  <a:spcBef>
                    <a:spcPts val="200"/>
                  </a:spcBef>
                  <a:buFont typeface="Arial" panose="020B0604020202020204" pitchFamily="34" charset="0"/>
                  <a:buChar char="•"/>
                </a:pPr>
                <a:r>
                  <a:rPr lang="en-US" sz="1100" dirty="0">
                    <a:latin typeface="Overpass" pitchFamily="2" charset="0"/>
                  </a:rPr>
                  <a:t>Lead project delivery and cross-functional coordination for AI and MedTech platforms (</a:t>
                </a:r>
                <a:r>
                  <a:rPr lang="en-US" sz="1100" dirty="0" err="1">
                    <a:latin typeface="Overpass" pitchFamily="2" charset="0"/>
                  </a:rPr>
                  <a:t>AiRakoon</a:t>
                </a:r>
                <a:r>
                  <a:rPr lang="en-US" sz="1100" dirty="0">
                    <a:latin typeface="Overpass" pitchFamily="2" charset="0"/>
                  </a:rPr>
                  <a:t>, </a:t>
                </a:r>
                <a:r>
                  <a:rPr lang="en-US" sz="1100" dirty="0" err="1">
                    <a:latin typeface="Overpass" pitchFamily="2" charset="0"/>
                  </a:rPr>
                  <a:t>Medicrowd</a:t>
                </a:r>
                <a:r>
                  <a:rPr lang="en-US" sz="1100" dirty="0">
                    <a:latin typeface="Overpass" pitchFamily="2" charset="0"/>
                  </a:rPr>
                  <a:t>, Smash+).</a:t>
                </a:r>
                <a:endParaRPr lang="it-IT" sz="1100" i="1" dirty="0">
                  <a:effectLst/>
                  <a:latin typeface="Overpass" pitchFamily="2" charset="0"/>
                  <a:ea typeface="Tahoma" panose="020B0604030504040204" pitchFamily="34" charset="0"/>
                  <a:cs typeface="Tahoma" panose="020B0604030504040204" pitchFamily="34" charset="0"/>
                </a:endParaRPr>
              </a:p>
            </p:txBody>
          </p:sp>
        </p:grpSp>
        <p:sp>
          <p:nvSpPr>
            <p:cNvPr id="13" name="Text Placeholder 52">
              <a:extLst>
                <a:ext uri="{FF2B5EF4-FFF2-40B4-BE49-F238E27FC236}">
                  <a16:creationId xmlns:a16="http://schemas.microsoft.com/office/drawing/2014/main" id="{0C88FAEB-97AB-2239-F8DB-DED59615674D}"/>
                </a:ext>
              </a:extLst>
            </p:cNvPr>
            <p:cNvSpPr txBox="1">
              <a:spLocks/>
            </p:cNvSpPr>
            <p:nvPr/>
          </p:nvSpPr>
          <p:spPr>
            <a:xfrm>
              <a:off x="191883" y="8196377"/>
              <a:ext cx="6562703" cy="600709"/>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it-IT" sz="1100" b="1" u="sng" dirty="0">
                  <a:effectLst/>
                  <a:latin typeface="Overpass" pitchFamily="2" charset="0"/>
                  <a:ea typeface="Tahoma" panose="020B0604030504040204" pitchFamily="34" charset="0"/>
                  <a:cs typeface="Tahoma" panose="020B0604030504040204" pitchFamily="34" charset="0"/>
                </a:rPr>
                <a:t>Protalix Biotherapeutics </a:t>
              </a:r>
              <a:r>
                <a:rPr lang="it-IT" sz="1100" b="1" dirty="0">
                  <a:effectLst/>
                  <a:latin typeface="Overpass" pitchFamily="2" charset="0"/>
                  <a:ea typeface="Tahoma" panose="020B0604030504040204" pitchFamily="34" charset="0"/>
                  <a:cs typeface="Tahoma" panose="020B0604030504040204" pitchFamily="34" charset="0"/>
                </a:rPr>
                <a:t>| QC &amp; QA Analyst</a:t>
              </a:r>
              <a:r>
                <a:rPr lang="it-IT" sz="1050" b="1" i="1" dirty="0">
                  <a:effectLst/>
                  <a:latin typeface="Overpass" pitchFamily="2" charset="0"/>
                  <a:ea typeface="Tahoma" panose="020B0604030504040204" pitchFamily="34" charset="0"/>
                  <a:cs typeface="Tahoma" panose="020B0604030504040204" pitchFamily="34" charset="0"/>
                </a:rPr>
                <a:t>|</a:t>
              </a:r>
              <a:r>
                <a:rPr lang="it-IT" sz="1100" b="1" dirty="0">
                  <a:effectLst/>
                  <a:latin typeface="Overpass" pitchFamily="2" charset="0"/>
                  <a:ea typeface="Tahoma" panose="020B0604030504040204" pitchFamily="34" charset="0"/>
                  <a:cs typeface="Tahoma" panose="020B0604030504040204" pitchFamily="34" charset="0"/>
                </a:rPr>
                <a:t>	</a:t>
              </a:r>
              <a:r>
                <a:rPr lang="it-IT" sz="1200" b="1" dirty="0">
                  <a:latin typeface="Overpass" pitchFamily="2" charset="0"/>
                  <a:ea typeface="Tahoma" panose="020B0604030504040204" pitchFamily="34" charset="0"/>
                  <a:cs typeface="Tahoma" panose="020B0604030504040204" pitchFamily="34" charset="0"/>
                </a:rPr>
                <a:t>         		           </a:t>
              </a:r>
              <a:r>
                <a:rPr lang="it-IT" sz="1200" b="1" dirty="0">
                  <a:effectLst/>
                  <a:latin typeface="Overpass" pitchFamily="2" charset="0"/>
                  <a:ea typeface="Tahoma" panose="020B0604030504040204" pitchFamily="34" charset="0"/>
                  <a:cs typeface="Tahoma" panose="020B0604030504040204" pitchFamily="34" charset="0"/>
                </a:rPr>
                <a:t>2008 - 2009</a:t>
              </a:r>
            </a:p>
            <a:p>
              <a:pPr marL="85725" indent="-85725">
                <a:lnSpc>
                  <a:spcPct val="100000"/>
                </a:lnSpc>
                <a:spcBef>
                  <a:spcPts val="200"/>
                </a:spcBef>
                <a:buFont typeface="Arial" panose="020B0604020202020204" pitchFamily="34" charset="0"/>
                <a:buChar char="•"/>
              </a:pPr>
              <a:r>
                <a:rPr lang="en-US" sz="1050" dirty="0">
                  <a:latin typeface="Overpass" pitchFamily="2" charset="0"/>
                </a:rPr>
                <a:t>Conducted QA/QC testing of biological materials under GMP, GLP, and ISO standards.</a:t>
              </a:r>
            </a:p>
            <a:p>
              <a:pPr marL="85725" indent="-85725">
                <a:lnSpc>
                  <a:spcPct val="100000"/>
                </a:lnSpc>
                <a:spcBef>
                  <a:spcPts val="200"/>
                </a:spcBef>
                <a:buFont typeface="Arial" panose="020B0604020202020204" pitchFamily="34" charset="0"/>
                <a:buChar char="•"/>
              </a:pPr>
              <a:r>
                <a:rPr lang="en-US" sz="1050" dirty="0">
                  <a:latin typeface="Overpass" pitchFamily="2" charset="0"/>
                </a:rPr>
                <a:t>Developed SOPs and testing methods in Bioreactor and Manufacturing divisions.</a:t>
              </a:r>
              <a:endParaRPr lang="it-IT" sz="1050" i="1" dirty="0">
                <a:effectLst/>
                <a:latin typeface="Overpass" pitchFamily="2"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1945325877"/>
      </p:ext>
    </p:extLst>
  </p:cSld>
  <p:clrMapOvr>
    <a:masterClrMapping/>
  </p:clrMapOvr>
</p:sld>
</file>

<file path=ppt/theme/theme1.xml><?xml version="1.0" encoding="utf-8"?>
<a:theme xmlns:a="http://schemas.openxmlformats.org/drawingml/2006/main" name="Office Theme">
  <a:themeElements>
    <a:clrScheme name="Custom 3">
      <a:dk1>
        <a:srgbClr val="000000"/>
      </a:dk1>
      <a:lt1>
        <a:srgbClr val="FFFFFF"/>
      </a:lt1>
      <a:dk2>
        <a:srgbClr val="0073E6"/>
      </a:dk2>
      <a:lt2>
        <a:srgbClr val="ECECEC"/>
      </a:lt2>
      <a:accent1>
        <a:srgbClr val="4253B3"/>
      </a:accent1>
      <a:accent2>
        <a:srgbClr val="9C93FF"/>
      </a:accent2>
      <a:accent3>
        <a:srgbClr val="AD547C"/>
      </a:accent3>
      <a:accent4>
        <a:srgbClr val="934DA5"/>
      </a:accent4>
      <a:accent5>
        <a:srgbClr val="6E50B4"/>
      </a:accent5>
      <a:accent6>
        <a:srgbClr val="4F5BB7"/>
      </a:accent6>
      <a:hlink>
        <a:srgbClr val="F83837"/>
      </a:hlink>
      <a:folHlink>
        <a:srgbClr val="58ACF6"/>
      </a:folHlink>
    </a:clrScheme>
    <a:fontScheme name="Custom 31">
      <a:majorFont>
        <a:latin typeface="Georgia"/>
        <a:ea typeface=""/>
        <a:cs typeface=""/>
      </a:majorFont>
      <a:minorFont>
        <a:latin typeface="Franklin Gothic Boo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orchid-resume_win32_SL_v7.potx" id="{A787C318-3181-4A77-B7C8-5722A7A19F30}" vid="{C19FF49A-4F30-46C6-8079-C77920ACD5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Classic orchid resume</Template>
  <TotalTime>131064</TotalTime>
  <Words>505</Words>
  <Application>Microsoft Office PowerPoint</Application>
  <PresentationFormat>Letter Paper (8.5x11 in)</PresentationFormat>
  <Paragraphs>38</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Franklin Gothic Book</vt:lpstr>
      <vt:lpstr>Georgia</vt:lpstr>
      <vt:lpstr>Overpass</vt:lpstr>
      <vt:lpstr>Office Theme</vt:lpstr>
      <vt:lpstr>INON BAASOV</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Inon Baasov</dc:creator>
  <cp:lastModifiedBy>Inon Baasov</cp:lastModifiedBy>
  <cp:revision>15</cp:revision>
  <dcterms:created xsi:type="dcterms:W3CDTF">2024-07-25T09:15:15Z</dcterms:created>
  <dcterms:modified xsi:type="dcterms:W3CDTF">2025-11-05T08:38:14Z</dcterms:modified>
</cp:coreProperties>
</file>