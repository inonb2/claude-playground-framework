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 varScale="1">
        <p:scale>
          <a:sx n="67" d="100"/>
          <a:sy n="67" d="100"/>
        </p:scale>
        <p:origin x="2973" y="267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undo custSel modSld">
      <pc:chgData name="Inon Baasov" userId="675f8575db202d33" providerId="LiveId" clId="{6535A8C2-D6D1-40A6-B57B-6CAB1510FB70}" dt="2025-10-16T12:27:39.796" v="1543" actId="15"/>
      <pc:docMkLst>
        <pc:docMk/>
      </pc:docMkLst>
      <pc:sldChg chg="addSp modSp mod">
        <pc:chgData name="Inon Baasov" userId="675f8575db202d33" providerId="LiveId" clId="{6535A8C2-D6D1-40A6-B57B-6CAB1510FB70}" dt="2025-10-16T12:27:39.796" v="1543" actId="15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5-10-16T12:27:39.796" v="1543" actId="15"/>
          <ac:spMkLst>
            <pc:docMk/>
            <pc:sldMk cId="1945325877" sldId="260"/>
            <ac:spMk id="9" creationId="{6871FAD5-DAC9-2E88-43EE-71DE2313B5B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7729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7738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7743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3077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27665" y="2215702"/>
            <a:ext cx="6400585" cy="1325944"/>
            <a:chOff x="93673" y="1854031"/>
            <a:chExt cx="2936874" cy="495502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4991"/>
              <a:ext cx="2936874" cy="42454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-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Israel institute of technology </a:t>
              </a:r>
              <a:r>
                <a:rPr lang="he-IL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endParaRPr lang="en-US" sz="12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>
                <a:lnSpc>
                  <a:spcPts val="1300"/>
                </a:lnSpc>
                <a:spcBef>
                  <a:spcPts val="200"/>
                </a:spcBef>
              </a:pPr>
              <a:r>
                <a:rPr lang="en-US" sz="1100" b="1" dirty="0">
                  <a:latin typeface="Overpass" pitchFamily="2" charset="0"/>
                </a:rPr>
                <a:t>Executive MBA, </a:t>
              </a:r>
              <a:r>
                <a:rPr lang="en-US" sz="1100" dirty="0">
                  <a:latin typeface="Overpass" pitchFamily="2" charset="0"/>
                </a:rPr>
                <a:t>Entrepreneurship &amp; Management in High-Tech Industries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b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Focused on strategic product development, global leadership, and high-tech innovation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 </a:t>
              </a:r>
              <a:r>
                <a:rPr lang="he-IL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endParaRPr lang="he-IL" sz="12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>
                <a:lnSpc>
                  <a:spcPts val="1300"/>
                </a:lnSpc>
                <a:spcBef>
                  <a:spcPts val="200"/>
                </a:spcBef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McGill University, Montreal,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27685" y="955426"/>
            <a:ext cx="6521090" cy="1348851"/>
            <a:chOff x="2730795" y="1315393"/>
            <a:chExt cx="4090720" cy="1876667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50497"/>
              <a:ext cx="4090720" cy="1541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Overpass" pitchFamily="2" charset="0"/>
                </a:rPr>
                <a:t>Product manager with 10+ years of experience in SaaS, AdTech, and E-commerce. Co-founded and served as Product Lead, driving product strategy, development, and go-to-market efforts that secured $2.5M in seed funding. Skilled in defining product vision, pricing, measuring ROI, and building data-driven roadmaps to boost adoption. Experienced in scaling cloud platforms, applying AI insights, and improving product-market fit. Passionate about creating user-focused products and working closely with teams to deliver real business value.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06554B-DAEA-F04A-7818-F1555F0613DF}"/>
              </a:ext>
            </a:extLst>
          </p:cNvPr>
          <p:cNvGrpSpPr/>
          <p:nvPr/>
        </p:nvGrpSpPr>
        <p:grpSpPr>
          <a:xfrm>
            <a:off x="174171" y="3533232"/>
            <a:ext cx="6580415" cy="5360390"/>
            <a:chOff x="161926" y="3425453"/>
            <a:chExt cx="6590843" cy="513541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96F9C5-B4EE-2CE6-5E39-6D2B06DDBAA4}"/>
                </a:ext>
              </a:extLst>
            </p:cNvPr>
            <p:cNvGrpSpPr/>
            <p:nvPr/>
          </p:nvGrpSpPr>
          <p:grpSpPr>
            <a:xfrm>
              <a:off x="161926" y="3425453"/>
              <a:ext cx="6590843" cy="5135413"/>
              <a:chOff x="78398" y="3403414"/>
              <a:chExt cx="6718755" cy="385615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943FD8F-B645-F5DD-0443-9670451D8FB5}"/>
                  </a:ext>
                </a:extLst>
              </p:cNvPr>
              <p:cNvGrpSpPr/>
              <p:nvPr/>
            </p:nvGrpSpPr>
            <p:grpSpPr>
              <a:xfrm>
                <a:off x="78398" y="3403414"/>
                <a:ext cx="6718755" cy="3856155"/>
                <a:chOff x="-24741" y="2575123"/>
                <a:chExt cx="6949855" cy="2990682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4741" y="4243589"/>
                  <a:ext cx="6943718" cy="917533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IL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Arena Plus</a:t>
                  </a:r>
                  <a:r>
                    <a:rPr lang="en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-</a:t>
                  </a:r>
                  <a:r>
                    <a:rPr lang="en-US" sz="105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IL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Financial Services</a:t>
                  </a:r>
                  <a:r>
                    <a:rPr lang="en-US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	</a:t>
                  </a:r>
                  <a:r>
                    <a:rPr lang="en-IL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2013 - 2018</a:t>
                  </a:r>
                  <a:endPara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100" b="1" dirty="0">
                      <a:latin typeface="Overpass" pitchFamily="2" charset="0"/>
                    </a:rPr>
                    <a:t>Senior Product Manager            			2015 - 2018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Introduced Agile practices, reducing features’ time-to-market by 20%. Managed global dev teams and external UX partners.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Delivered data-driven roadmaps that improved product performance and engagement.</a:t>
                  </a: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100" b="1" dirty="0">
                      <a:latin typeface="Overpass" pitchFamily="2" charset="0"/>
                    </a:rPr>
                    <a:t>Product Manager  				2013 - 2015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Drove 15% business growth and +22% quarterly adoption through product execution.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Promoted to Senior PM by leading strategic business planning and cross-team coordination</a:t>
                  </a: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9577" y="2575123"/>
                  <a:ext cx="2719752" cy="1991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500" u="sng" dirty="0">
                      <a:solidFill>
                        <a:srgbClr val="10ABE2"/>
                      </a:solidFill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9" name="Text Placeholder 52">
                  <a:extLst>
                    <a:ext uri="{FF2B5EF4-FFF2-40B4-BE49-F238E27FC236}">
                      <a16:creationId xmlns:a16="http://schemas.microsoft.com/office/drawing/2014/main" id="{6871FAD5-DAC9-2E88-43EE-71DE2313B5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8603" y="5097616"/>
                  <a:ext cx="6943717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Pharmabest Inc. &amp; Philtel Inc.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      		2011 - 2013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it-IT" sz="11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Exec. QA Manager – </a:t>
                  </a:r>
                  <a:r>
                    <a:rPr lang="en-US" sz="900" dirty="0">
                      <a:latin typeface="Overpass" pitchFamily="2" charset="0"/>
                    </a:rPr>
                    <a:t>"Quality means doing it right when no one is looking“, H. Ford. QA</a:t>
                  </a:r>
                  <a:endPara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" name="Text Placeholder 52">
                  <a:extLst>
                    <a:ext uri="{FF2B5EF4-FFF2-40B4-BE49-F238E27FC236}">
                      <a16:creationId xmlns:a16="http://schemas.microsoft.com/office/drawing/2014/main" id="{BA499EBC-730C-6472-42B1-4FBCAD1BA5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6035" y="5329339"/>
                  <a:ext cx="6931149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Blau Pharmaceuticals Services Inc.</a:t>
                  </a: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	2009 - 2011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it-IT" sz="11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Pharmaceuticals Regulatory Affairs Consultant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75DF8-197B-BFD3-34D2-297D5EA3D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99" y="4312681"/>
                <a:ext cx="6713716" cy="1395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TouchE 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-</a:t>
                </a:r>
                <a:r>
                  <a:rPr lang="en-US" sz="1200" i="1" dirty="0">
                    <a:latin typeface="Overpass" pitchFamily="2" charset="0"/>
                  </a:rPr>
                  <a:t> </a:t>
                </a:r>
                <a:r>
                  <a:rPr lang="en-US" sz="1050" i="1" dirty="0">
                    <a:latin typeface="Overpass" pitchFamily="2" charset="0"/>
                  </a:rPr>
                  <a:t>AI-powered interactive video platform 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2018 - 2024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100" b="1" dirty="0">
                    <a:latin typeface="Overpass" pitchFamily="2" charset="0"/>
                  </a:rPr>
                  <a:t>Co-Founder &amp; Product Lead</a:t>
                </a:r>
                <a:endParaRPr lang="en-US" sz="1100" i="1" dirty="0">
                  <a:latin typeface="Overpass" pitchFamily="2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Defined and executed product roadmap for an AI-powered interactive video platform, aligning with business goals and user needs. Secured $2.5M seed funding through a clear vision and strategy.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Partnered with design, engineering, marketing, QA, and data teams to deliver features across Web, Mobile, and Smart-TV, ensuring cohesive, consistent, and quality UX under Agile.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Built alliances with global enterprise clients and tech partners to expand product reach and integration capabilities with cloud infrastructure.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Oversaw scalability, performance, and engagement, iterating on features to improve retention and monetization.</a:t>
                </a:r>
              </a:p>
            </p:txBody>
          </p:sp>
        </p:grpSp>
        <p:sp>
          <p:nvSpPr>
            <p:cNvPr id="7" name="Text Placeholder 52">
              <a:extLst>
                <a:ext uri="{FF2B5EF4-FFF2-40B4-BE49-F238E27FC236}">
                  <a16:creationId xmlns:a16="http://schemas.microsoft.com/office/drawing/2014/main" id="{C74AC998-3F7B-596D-682D-63841FD8BC26}"/>
                </a:ext>
              </a:extLst>
            </p:cNvPr>
            <p:cNvSpPr txBox="1">
              <a:spLocks/>
            </p:cNvSpPr>
            <p:nvPr/>
          </p:nvSpPr>
          <p:spPr>
            <a:xfrm>
              <a:off x="179665" y="3652016"/>
              <a:ext cx="6568161" cy="110799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200" b="1" u="sng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Inon Baasov Ltd  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- </a:t>
              </a:r>
              <a:r>
                <a:rPr lang="it-IT" sz="105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Self-employed		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2024 - Present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Strategy Consultant</a:t>
              </a: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Advising early-stage and pre-seed startups on product vision, strategy, and execution—focusing on AI integration, UX, and scalable digital products.</a:t>
              </a: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it-IT" sz="1100" dirty="0">
                  <a:latin typeface="Overpass" pitchFamily="2" charset="0"/>
                </a:rPr>
                <a:t>Projects include: AiRakoon (enterprise AI model), Smash+ (fitness app), Medicrowd (Medical AI funding platform), Yazamos (real estate communication).</a:t>
              </a:r>
              <a:endParaRPr lang="it-IT" sz="1100" i="1" dirty="0">
                <a:effectLst/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116992</TotalTime>
  <Words>487</Words>
  <Application>Microsoft Office PowerPoint</Application>
  <PresentationFormat>Letter Paper (8.5x11 in)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12</cp:revision>
  <dcterms:created xsi:type="dcterms:W3CDTF">2024-07-25T09:15:15Z</dcterms:created>
  <dcterms:modified xsi:type="dcterms:W3CDTF">2025-10-16T12:27:48Z</dcterms:modified>
</cp:coreProperties>
</file>