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3"/>
  </p:notesMasterIdLst>
  <p:handoutMasterIdLst>
    <p:handoutMasterId r:id="rId4"/>
  </p:handoutMasterIdLst>
  <p:sldIdLst>
    <p:sldId id="260" r:id="rId2"/>
  </p:sldIdLst>
  <p:sldSz cx="6858000" cy="9144000" type="letter"/>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472" userDrawn="1">
          <p15:clr>
            <a:srgbClr val="A4A3A4"/>
          </p15:clr>
        </p15:guide>
        <p15:guide id="2" pos="264" userDrawn="1">
          <p15:clr>
            <a:srgbClr val="A4A3A4"/>
          </p15:clr>
        </p15:guide>
        <p15:guide id="3" pos="4056" userDrawn="1">
          <p15:clr>
            <a:srgbClr val="A4A3A4"/>
          </p15:clr>
        </p15:guide>
        <p15:guide id="4" orient="horz" pos="480" userDrawn="1">
          <p15:clr>
            <a:srgbClr val="A4A3A4"/>
          </p15:clr>
        </p15:guide>
        <p15:guide id="5" pos="220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0ABE2"/>
    <a:srgbClr val="5E429C"/>
    <a:srgbClr val="4E3781"/>
    <a:srgbClr val="7233FF"/>
    <a:srgbClr val="7263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E7FB1D2-454F-46F9-B762-3DFE0DA493D4}" v="21" dt="2025-09-25T08:17:48.72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042" autoAdjust="0"/>
    <p:restoredTop sz="95223" autoAdjust="0"/>
  </p:normalViewPr>
  <p:slideViewPr>
    <p:cSldViewPr snapToGrid="0" snapToObjects="1" showGuides="1">
      <p:cViewPr>
        <p:scale>
          <a:sx n="100" d="100"/>
          <a:sy n="100" d="100"/>
        </p:scale>
        <p:origin x="2988" y="-1272"/>
      </p:cViewPr>
      <p:guideLst>
        <p:guide orient="horz" pos="5472"/>
        <p:guide pos="264"/>
        <p:guide pos="4056"/>
        <p:guide orient="horz" pos="480"/>
        <p:guide pos="2208"/>
      </p:guideLst>
    </p:cSldViewPr>
  </p:slideViewPr>
  <p:notesTextViewPr>
    <p:cViewPr>
      <p:scale>
        <a:sx n="1" d="1"/>
        <a:sy n="1" d="1"/>
      </p:scale>
      <p:origin x="0" y="0"/>
    </p:cViewPr>
  </p:notesTextViewPr>
  <p:notesViewPr>
    <p:cSldViewPr snapToGrid="0" snapToObjects="1" showGuides="1">
      <p:cViewPr varScale="1">
        <p:scale>
          <a:sx n="65" d="100"/>
          <a:sy n="65" d="100"/>
        </p:scale>
        <p:origin x="3082" y="3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notesMaster" Target="notesMasters/notesMaster1.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11" Type="http://schemas.microsoft.com/office/2018/10/relationships/authors" Target="authors.xml"/><Relationship Id="rId5" Type="http://schemas.openxmlformats.org/officeDocument/2006/relationships/presProps" Target="presProps.xml"/><Relationship Id="rId10" Type="http://schemas.microsoft.com/office/2015/10/relationships/revisionInfo" Target="revisionInfo.xml"/><Relationship Id="rId4" Type="http://schemas.openxmlformats.org/officeDocument/2006/relationships/handoutMaster" Target="handoutMasters/handoutMaster1.xml"/><Relationship Id="rId9"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non Baasov" userId="675f8575db202d33" providerId="LiveId" clId="{6535A8C2-D6D1-40A6-B57B-6CAB1510FB70}"/>
    <pc:docChg chg="undo redo custSel addSld delSld modSld">
      <pc:chgData name="Inon Baasov" userId="675f8575db202d33" providerId="LiveId" clId="{6535A8C2-D6D1-40A6-B57B-6CAB1510FB70}" dt="2025-09-26T19:05:09.678" v="1250" actId="179"/>
      <pc:docMkLst>
        <pc:docMk/>
      </pc:docMkLst>
      <pc:sldChg chg="addSp delSp modSp mod">
        <pc:chgData name="Inon Baasov" userId="675f8575db202d33" providerId="LiveId" clId="{6535A8C2-D6D1-40A6-B57B-6CAB1510FB70}" dt="2025-09-26T19:05:09.678" v="1250" actId="179"/>
        <pc:sldMkLst>
          <pc:docMk/>
          <pc:sldMk cId="1945325877" sldId="260"/>
        </pc:sldMkLst>
        <pc:spChg chg="mod">
          <ac:chgData name="Inon Baasov" userId="675f8575db202d33" providerId="LiveId" clId="{6535A8C2-D6D1-40A6-B57B-6CAB1510FB70}" dt="2025-09-25T14:13:26.628" v="1069" actId="2711"/>
          <ac:spMkLst>
            <pc:docMk/>
            <pc:sldMk cId="1945325877" sldId="260"/>
            <ac:spMk id="4" creationId="{A14E25B9-74B7-1D86-F100-61C9666B8B8B}"/>
          </ac:spMkLst>
        </pc:spChg>
        <pc:spChg chg="mod">
          <ac:chgData name="Inon Baasov" userId="675f8575db202d33" providerId="LiveId" clId="{6535A8C2-D6D1-40A6-B57B-6CAB1510FB70}" dt="2025-09-25T14:13:26.628" v="1069" actId="2711"/>
          <ac:spMkLst>
            <pc:docMk/>
            <pc:sldMk cId="1945325877" sldId="260"/>
            <ac:spMk id="5" creationId="{CD85A639-1B8A-878B-04BB-3EE82339007A}"/>
          </ac:spMkLst>
        </pc:spChg>
        <pc:spChg chg="mod">
          <ac:chgData name="Inon Baasov" userId="675f8575db202d33" providerId="LiveId" clId="{6535A8C2-D6D1-40A6-B57B-6CAB1510FB70}" dt="2025-09-25T14:13:26.628" v="1069" actId="2711"/>
          <ac:spMkLst>
            <pc:docMk/>
            <pc:sldMk cId="1945325877" sldId="260"/>
            <ac:spMk id="7" creationId="{C74AC998-3F7B-596D-682D-63841FD8BC26}"/>
          </ac:spMkLst>
        </pc:spChg>
        <pc:spChg chg="mod">
          <ac:chgData name="Inon Baasov" userId="675f8575db202d33" providerId="LiveId" clId="{6535A8C2-D6D1-40A6-B57B-6CAB1510FB70}" dt="2025-09-26T19:04:56.680" v="1246" actId="179"/>
          <ac:spMkLst>
            <pc:docMk/>
            <pc:sldMk cId="1945325877" sldId="260"/>
            <ac:spMk id="9" creationId="{6871FAD5-DAC9-2E88-43EE-71DE2313B5BC}"/>
          </ac:spMkLst>
        </pc:spChg>
        <pc:spChg chg="add del mod">
          <ac:chgData name="Inon Baasov" userId="675f8575db202d33" providerId="LiveId" clId="{6535A8C2-D6D1-40A6-B57B-6CAB1510FB70}" dt="2025-09-26T19:05:09.678" v="1250" actId="179"/>
          <ac:spMkLst>
            <pc:docMk/>
            <pc:sldMk cId="1945325877" sldId="260"/>
            <ac:spMk id="10" creationId="{BA499EBC-730C-6472-42B1-4FBCAD1BA552}"/>
          </ac:spMkLst>
        </pc:spChg>
        <pc:spChg chg="mod">
          <ac:chgData name="Inon Baasov" userId="675f8575db202d33" providerId="LiveId" clId="{6535A8C2-D6D1-40A6-B57B-6CAB1510FB70}" dt="2025-09-25T14:15:10.042" v="1130" actId="1035"/>
          <ac:spMkLst>
            <pc:docMk/>
            <pc:sldMk cId="1945325877" sldId="260"/>
            <ac:spMk id="11" creationId="{D6C75DF8-197B-BFD3-34D2-297D5EA3D213}"/>
          </ac:spMkLst>
        </pc:spChg>
        <pc:spChg chg="mod">
          <ac:chgData name="Inon Baasov" userId="675f8575db202d33" providerId="LiveId" clId="{6535A8C2-D6D1-40A6-B57B-6CAB1510FB70}" dt="2025-09-25T14:13:26.628" v="1069" actId="2711"/>
          <ac:spMkLst>
            <pc:docMk/>
            <pc:sldMk cId="1945325877" sldId="260"/>
            <ac:spMk id="73" creationId="{2FD50699-45B5-88EC-1B42-E5597AB067CD}"/>
          </ac:spMkLst>
        </pc:spChg>
        <pc:spChg chg="mod">
          <ac:chgData name="Inon Baasov" userId="675f8575db202d33" providerId="LiveId" clId="{6535A8C2-D6D1-40A6-B57B-6CAB1510FB70}" dt="2025-09-25T14:17:50.009" v="1210" actId="14100"/>
          <ac:spMkLst>
            <pc:docMk/>
            <pc:sldMk cId="1945325877" sldId="260"/>
            <ac:spMk id="154" creationId="{7B120799-BCC3-8E46-2EA5-CFAE368C1FC7}"/>
          </ac:spMkLst>
        </pc:spChg>
        <pc:spChg chg="mod">
          <ac:chgData name="Inon Baasov" userId="675f8575db202d33" providerId="LiveId" clId="{6535A8C2-D6D1-40A6-B57B-6CAB1510FB70}" dt="2025-09-25T14:18:41.570" v="1230" actId="14100"/>
          <ac:spMkLst>
            <pc:docMk/>
            <pc:sldMk cId="1945325877" sldId="260"/>
            <ac:spMk id="174" creationId="{67D1E309-1ED9-E676-89A4-61C198105A97}"/>
          </ac:spMkLst>
        </pc:spChg>
        <pc:spChg chg="mod">
          <ac:chgData name="Inon Baasov" userId="675f8575db202d33" providerId="LiveId" clId="{6535A8C2-D6D1-40A6-B57B-6CAB1510FB70}" dt="2025-09-25T14:13:26.628" v="1069" actId="2711"/>
          <ac:spMkLst>
            <pc:docMk/>
            <pc:sldMk cId="1945325877" sldId="260"/>
            <ac:spMk id="231" creationId="{341669B1-8344-D7A4-D12E-8D04FAB5F455}"/>
          </ac:spMkLst>
        </pc:spChg>
        <pc:spChg chg="mod">
          <ac:chgData name="Inon Baasov" userId="675f8575db202d33" providerId="LiveId" clId="{6535A8C2-D6D1-40A6-B57B-6CAB1510FB70}" dt="2025-09-25T14:13:26.628" v="1069" actId="2711"/>
          <ac:spMkLst>
            <pc:docMk/>
            <pc:sldMk cId="1945325877" sldId="260"/>
            <ac:spMk id="242" creationId="{736313EA-3C2D-C5A9-2ED3-22681A16B477}"/>
          </ac:spMkLst>
        </pc:spChg>
        <pc:grpChg chg="mod">
          <ac:chgData name="Inon Baasov" userId="675f8575db202d33" providerId="LiveId" clId="{6535A8C2-D6D1-40A6-B57B-6CAB1510FB70}" dt="2025-09-25T08:11:34.239" v="678"/>
          <ac:grpSpMkLst>
            <pc:docMk/>
            <pc:sldMk cId="1945325877" sldId="260"/>
            <ac:grpSpMk id="6" creationId="{D943FD8F-B645-F5DD-0443-9670451D8FB5}"/>
          </ac:grpSpMkLst>
        </pc:grpChg>
        <pc:grpChg chg="mod">
          <ac:chgData name="Inon Baasov" userId="675f8575db202d33" providerId="LiveId" clId="{6535A8C2-D6D1-40A6-B57B-6CAB1510FB70}" dt="2025-09-25T14:18:55.416" v="1245" actId="1035"/>
          <ac:grpSpMkLst>
            <pc:docMk/>
            <pc:sldMk cId="1945325877" sldId="260"/>
            <ac:grpSpMk id="8" creationId="{0706554B-DAEA-F04A-7818-F1555F0613DF}"/>
          </ac:grpSpMkLst>
        </pc:grpChg>
        <pc:grpChg chg="mod">
          <ac:chgData name="Inon Baasov" userId="675f8575db202d33" providerId="LiveId" clId="{6535A8C2-D6D1-40A6-B57B-6CAB1510FB70}" dt="2025-09-25T08:11:34.239" v="678"/>
          <ac:grpSpMkLst>
            <pc:docMk/>
            <pc:sldMk cId="1945325877" sldId="260"/>
            <ac:grpSpMk id="12" creationId="{CA96F9C5-B4EE-2CE6-5E39-6D2B06DDBAA4}"/>
          </ac:grpSpMkLst>
        </pc:grpChg>
        <pc:grpChg chg="mod">
          <ac:chgData name="Inon Baasov" userId="675f8575db202d33" providerId="LiveId" clId="{6535A8C2-D6D1-40A6-B57B-6CAB1510FB70}" dt="2025-09-25T08:19:43.821" v="918" actId="14100"/>
          <ac:grpSpMkLst>
            <pc:docMk/>
            <pc:sldMk cId="1945325877" sldId="260"/>
            <ac:grpSpMk id="236" creationId="{BA846034-E5B0-1F9D-ABEB-DA7831B54ABD}"/>
          </ac:grpSpMkLst>
        </pc:grpChg>
      </pc:sldChg>
      <pc:sldChg chg="addSp delSp modSp new del mod modClrScheme chgLayout">
        <pc:chgData name="Inon Baasov" userId="675f8575db202d33" providerId="LiveId" clId="{6535A8C2-D6D1-40A6-B57B-6CAB1510FB70}" dt="2025-09-17T09:00:13.244" v="569" actId="2696"/>
        <pc:sldMkLst>
          <pc:docMk/>
          <pc:sldMk cId="937273362" sldId="261"/>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BBD6D3A-6FF1-3245-8C0C-0CDAD9137D3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D441029F-5AC1-4540-B209-199E706F7FB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63396E7-87BF-864A-BE04-A221C272D6E1}" type="datetimeFigureOut">
              <a:rPr lang="en-US" smtClean="0"/>
              <a:t>9/18/2025</a:t>
            </a:fld>
            <a:endParaRPr lang="en-US" dirty="0"/>
          </a:p>
        </p:txBody>
      </p:sp>
      <p:sp>
        <p:nvSpPr>
          <p:cNvPr id="4" name="Footer Placeholder 3">
            <a:extLst>
              <a:ext uri="{FF2B5EF4-FFF2-40B4-BE49-F238E27FC236}">
                <a16:creationId xmlns:a16="http://schemas.microsoft.com/office/drawing/2014/main" id="{9324ECBB-A41A-8545-BE90-99EEEFFE585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9D882C71-B8E6-9B4A-85BE-BA104C2C46F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4C17898-3A10-CF44-A552-3280948685A7}" type="slidenum">
              <a:rPr lang="en-US" smtClean="0"/>
              <a:t>‹#›</a:t>
            </a:fld>
            <a:endParaRPr lang="en-US" dirty="0"/>
          </a:p>
        </p:txBody>
      </p:sp>
    </p:spTree>
    <p:extLst>
      <p:ext uri="{BB962C8B-B14F-4D97-AF65-F5344CB8AC3E}">
        <p14:creationId xmlns:p14="http://schemas.microsoft.com/office/powerpoint/2010/main" val="400825212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9BDC7F0-27B3-48E7-9288-964E7EEDAEE4}" type="datetimeFigureOut">
              <a:rPr lang="en-US" smtClean="0"/>
              <a:t>9/18/2025</a:t>
            </a:fld>
            <a:endParaRPr lang="en-US" dirty="0"/>
          </a:p>
        </p:txBody>
      </p:sp>
      <p:sp>
        <p:nvSpPr>
          <p:cNvPr id="4" name="Slide Image Placeholder 3"/>
          <p:cNvSpPr>
            <a:spLocks noGrp="1" noRot="1" noChangeAspect="1"/>
          </p:cNvSpPr>
          <p:nvPr>
            <p:ph type="sldImg" idx="2"/>
          </p:nvPr>
        </p:nvSpPr>
        <p:spPr>
          <a:xfrm>
            <a:off x="2271713" y="1143000"/>
            <a:ext cx="2314575"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20E8996-8344-4FE8-B696-CB62494C532E}" type="slidenum">
              <a:rPr lang="en-US" smtClean="0"/>
              <a:t>‹#›</a:t>
            </a:fld>
            <a:endParaRPr lang="en-US" dirty="0"/>
          </a:p>
        </p:txBody>
      </p:sp>
    </p:spTree>
    <p:extLst>
      <p:ext uri="{BB962C8B-B14F-4D97-AF65-F5344CB8AC3E}">
        <p14:creationId xmlns:p14="http://schemas.microsoft.com/office/powerpoint/2010/main" val="10315904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Custom Layout">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23628FB-09C0-9218-8AD8-484522160E06}"/>
              </a:ext>
              <a:ext uri="{C183D7F6-B498-43B3-948B-1728B52AA6E4}">
                <adec:decorative xmlns:adec="http://schemas.microsoft.com/office/drawing/2017/decorative" val="1"/>
              </a:ext>
            </a:extLst>
          </p:cNvPr>
          <p:cNvSpPr/>
          <p:nvPr userDrawn="1"/>
        </p:nvSpPr>
        <p:spPr>
          <a:xfrm>
            <a:off x="0" y="0"/>
            <a:ext cx="3108960" cy="9144000"/>
          </a:xfrm>
          <a:prstGeom prst="rect">
            <a:avLst/>
          </a:prstGeom>
          <a:solidFill>
            <a:schemeClr val="accent5">
              <a:lumMod val="40000"/>
              <a:lumOff val="6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5">
            <a:extLst>
              <a:ext uri="{FF2B5EF4-FFF2-40B4-BE49-F238E27FC236}">
                <a16:creationId xmlns:a16="http://schemas.microsoft.com/office/drawing/2014/main" id="{DFB405A6-4054-4F5B-DFE8-CC8F1C8A40F0}"/>
              </a:ext>
            </a:extLst>
          </p:cNvPr>
          <p:cNvSpPr>
            <a:spLocks noGrp="1"/>
          </p:cNvSpPr>
          <p:nvPr>
            <p:ph type="title" hasCustomPrompt="1"/>
          </p:nvPr>
        </p:nvSpPr>
        <p:spPr>
          <a:xfrm>
            <a:off x="365982" y="334437"/>
            <a:ext cx="2547906" cy="1767417"/>
          </a:xfrm>
        </p:spPr>
        <p:txBody>
          <a:bodyPr>
            <a:normAutofit/>
          </a:bodyPr>
          <a:lstStyle>
            <a:lvl1pPr>
              <a:defRPr sz="4000" b="1">
                <a:solidFill>
                  <a:schemeClr val="accent5"/>
                </a:solidFill>
              </a:defRPr>
            </a:lvl1pPr>
          </a:lstStyle>
          <a:p>
            <a:r>
              <a:rPr lang="en-US" dirty="0"/>
              <a:t>Add Title</a:t>
            </a:r>
          </a:p>
        </p:txBody>
      </p:sp>
      <p:sp>
        <p:nvSpPr>
          <p:cNvPr id="15" name="Subtitle 1">
            <a:extLst>
              <a:ext uri="{FF2B5EF4-FFF2-40B4-BE49-F238E27FC236}">
                <a16:creationId xmlns:a16="http://schemas.microsoft.com/office/drawing/2014/main" id="{B5BBB822-3F61-8847-9FE1-AC2152B707DA}"/>
              </a:ext>
            </a:extLst>
          </p:cNvPr>
          <p:cNvSpPr>
            <a:spLocks noGrp="1"/>
          </p:cNvSpPr>
          <p:nvPr>
            <p:ph type="body" sz="quarter" idx="11" hasCustomPrompt="1"/>
          </p:nvPr>
        </p:nvSpPr>
        <p:spPr>
          <a:xfrm>
            <a:off x="365982" y="2161165"/>
            <a:ext cx="2255838" cy="409575"/>
          </a:xfrm>
        </p:spPr>
        <p:txBody>
          <a:bodyPr>
            <a:noAutofit/>
          </a:bodyPr>
          <a:lstStyle>
            <a:lvl1pPr marL="0" indent="0">
              <a:buNone/>
              <a:defRPr sz="1600" b="1">
                <a:solidFill>
                  <a:schemeClr val="accent5"/>
                </a:solidFill>
                <a:latin typeface="+mj-lt"/>
              </a:defRPr>
            </a:lvl1pPr>
            <a:lvl2pPr marL="342900" indent="0">
              <a:buNone/>
              <a:defRPr sz="1000" b="1"/>
            </a:lvl2pPr>
            <a:lvl3pPr marL="685800" indent="0">
              <a:buNone/>
              <a:defRPr sz="1000" b="1"/>
            </a:lvl3pPr>
            <a:lvl4pPr marL="1028700" indent="0">
              <a:buNone/>
              <a:defRPr sz="1000" b="1"/>
            </a:lvl4pPr>
            <a:lvl5pPr marL="1371600" indent="0">
              <a:buNone/>
              <a:defRPr sz="1000" b="1"/>
            </a:lvl5pPr>
          </a:lstStyle>
          <a:p>
            <a:pPr lvl="0"/>
            <a:r>
              <a:rPr lang="en-US" dirty="0"/>
              <a:t>Add title</a:t>
            </a:r>
          </a:p>
        </p:txBody>
      </p:sp>
      <p:sp>
        <p:nvSpPr>
          <p:cNvPr id="8" name="Picture Placeholder 7">
            <a:extLst>
              <a:ext uri="{FF2B5EF4-FFF2-40B4-BE49-F238E27FC236}">
                <a16:creationId xmlns:a16="http://schemas.microsoft.com/office/drawing/2014/main" id="{4BB9DCF0-3C53-572B-BEDB-E6FF6DAEEE8C}"/>
              </a:ext>
            </a:extLst>
          </p:cNvPr>
          <p:cNvSpPr>
            <a:spLocks noGrp="1"/>
          </p:cNvSpPr>
          <p:nvPr>
            <p:ph type="pic" sz="quarter" idx="42"/>
          </p:nvPr>
        </p:nvSpPr>
        <p:spPr>
          <a:xfrm>
            <a:off x="393639" y="2534671"/>
            <a:ext cx="201168" cy="201168"/>
          </a:xfrm>
        </p:spPr>
        <p:txBody>
          <a:bodyPr lIns="0" tIns="0" rIns="0" bIns="0" anchor="ctr">
            <a:noAutofit/>
          </a:bodyPr>
          <a:lstStyle>
            <a:lvl1pPr marL="0" indent="0" algn="ctr">
              <a:buNone/>
              <a:defRPr sz="400"/>
            </a:lvl1pPr>
          </a:lstStyle>
          <a:p>
            <a:r>
              <a:rPr lang="en-US"/>
              <a:t>Click icon to add picture</a:t>
            </a:r>
            <a:endParaRPr lang="en-US" dirty="0"/>
          </a:p>
        </p:txBody>
      </p:sp>
      <p:sp>
        <p:nvSpPr>
          <p:cNvPr id="50" name="Text Placeholder 1">
            <a:extLst>
              <a:ext uri="{FF2B5EF4-FFF2-40B4-BE49-F238E27FC236}">
                <a16:creationId xmlns:a16="http://schemas.microsoft.com/office/drawing/2014/main" id="{848FBFDE-1CD7-2BB9-4D11-81BF1341E121}"/>
              </a:ext>
            </a:extLst>
          </p:cNvPr>
          <p:cNvSpPr>
            <a:spLocks noGrp="1"/>
          </p:cNvSpPr>
          <p:nvPr>
            <p:ph type="body" sz="quarter" idx="39" hasCustomPrompt="1"/>
          </p:nvPr>
        </p:nvSpPr>
        <p:spPr>
          <a:xfrm>
            <a:off x="608603" y="2531944"/>
            <a:ext cx="2255838" cy="207705"/>
          </a:xfrm>
        </p:spPr>
        <p:txBody>
          <a:bodyPr>
            <a:noAutofit/>
          </a:bodyPr>
          <a:lstStyle>
            <a:lvl1pPr marL="0" indent="0">
              <a:buNone/>
              <a:defRPr sz="1000" b="0">
                <a:solidFill>
                  <a:schemeClr val="tx1"/>
                </a:solidFill>
                <a:latin typeface="+mn-lt"/>
              </a:defRPr>
            </a:lvl1pPr>
            <a:lvl2pPr marL="342900" indent="0">
              <a:buNone/>
              <a:defRPr sz="1000" b="1"/>
            </a:lvl2pPr>
            <a:lvl3pPr marL="685800" indent="0">
              <a:buNone/>
              <a:defRPr sz="1000" b="1"/>
            </a:lvl3pPr>
            <a:lvl4pPr marL="1028700" indent="0">
              <a:buNone/>
              <a:defRPr sz="1000" b="1"/>
            </a:lvl4pPr>
            <a:lvl5pPr marL="1371600" indent="0">
              <a:buNone/>
              <a:defRPr sz="1000" b="1"/>
            </a:lvl5pPr>
          </a:lstStyle>
          <a:p>
            <a:pPr lvl="0"/>
            <a:r>
              <a:rPr lang="en-US" dirty="0"/>
              <a:t>Add text here</a:t>
            </a:r>
          </a:p>
        </p:txBody>
      </p:sp>
      <p:sp>
        <p:nvSpPr>
          <p:cNvPr id="9" name="Picture Placeholder 7">
            <a:extLst>
              <a:ext uri="{FF2B5EF4-FFF2-40B4-BE49-F238E27FC236}">
                <a16:creationId xmlns:a16="http://schemas.microsoft.com/office/drawing/2014/main" id="{5D02C291-F6CF-ACA7-A85C-5A6C8466216E}"/>
              </a:ext>
            </a:extLst>
          </p:cNvPr>
          <p:cNvSpPr>
            <a:spLocks noGrp="1"/>
          </p:cNvSpPr>
          <p:nvPr>
            <p:ph type="pic" sz="quarter" idx="43"/>
          </p:nvPr>
        </p:nvSpPr>
        <p:spPr>
          <a:xfrm>
            <a:off x="393639" y="2783314"/>
            <a:ext cx="201168" cy="201168"/>
          </a:xfrm>
        </p:spPr>
        <p:txBody>
          <a:bodyPr lIns="0" tIns="0" rIns="0" bIns="0" anchor="ctr">
            <a:noAutofit/>
          </a:bodyPr>
          <a:lstStyle>
            <a:lvl1pPr marL="0" indent="0" algn="ctr">
              <a:buNone/>
              <a:defRPr sz="400"/>
            </a:lvl1pPr>
          </a:lstStyle>
          <a:p>
            <a:r>
              <a:rPr lang="en-US"/>
              <a:t>Click icon to add picture</a:t>
            </a:r>
            <a:endParaRPr lang="en-US" dirty="0"/>
          </a:p>
        </p:txBody>
      </p:sp>
      <p:sp>
        <p:nvSpPr>
          <p:cNvPr id="51" name="Text Placeholder 2">
            <a:extLst>
              <a:ext uri="{FF2B5EF4-FFF2-40B4-BE49-F238E27FC236}">
                <a16:creationId xmlns:a16="http://schemas.microsoft.com/office/drawing/2014/main" id="{A07DDA14-3480-A3E9-1F0C-6BFCC39A012D}"/>
              </a:ext>
            </a:extLst>
          </p:cNvPr>
          <p:cNvSpPr>
            <a:spLocks noGrp="1"/>
          </p:cNvSpPr>
          <p:nvPr>
            <p:ph type="body" sz="quarter" idx="40" hasCustomPrompt="1"/>
          </p:nvPr>
        </p:nvSpPr>
        <p:spPr>
          <a:xfrm>
            <a:off x="608603" y="2782446"/>
            <a:ext cx="2255838" cy="207705"/>
          </a:xfrm>
        </p:spPr>
        <p:txBody>
          <a:bodyPr>
            <a:noAutofit/>
          </a:bodyPr>
          <a:lstStyle>
            <a:lvl1pPr marL="0" indent="0">
              <a:buNone/>
              <a:defRPr sz="1000" b="0">
                <a:solidFill>
                  <a:schemeClr val="tx1"/>
                </a:solidFill>
                <a:latin typeface="+mn-lt"/>
              </a:defRPr>
            </a:lvl1pPr>
            <a:lvl2pPr marL="342900" indent="0">
              <a:buNone/>
              <a:defRPr sz="1000" b="1"/>
            </a:lvl2pPr>
            <a:lvl3pPr marL="685800" indent="0">
              <a:buNone/>
              <a:defRPr sz="1000" b="1"/>
            </a:lvl3pPr>
            <a:lvl4pPr marL="1028700" indent="0">
              <a:buNone/>
              <a:defRPr sz="1000" b="1"/>
            </a:lvl4pPr>
            <a:lvl5pPr marL="1371600" indent="0">
              <a:buNone/>
              <a:defRPr sz="1000" b="1"/>
            </a:lvl5pPr>
          </a:lstStyle>
          <a:p>
            <a:pPr lvl="0"/>
            <a:r>
              <a:rPr lang="en-US" dirty="0"/>
              <a:t>Add text here</a:t>
            </a:r>
          </a:p>
        </p:txBody>
      </p:sp>
      <p:sp>
        <p:nvSpPr>
          <p:cNvPr id="10" name="Picture Placeholder 7">
            <a:extLst>
              <a:ext uri="{FF2B5EF4-FFF2-40B4-BE49-F238E27FC236}">
                <a16:creationId xmlns:a16="http://schemas.microsoft.com/office/drawing/2014/main" id="{738550BD-6F22-25CD-EC94-B9BAA332E79B}"/>
              </a:ext>
            </a:extLst>
          </p:cNvPr>
          <p:cNvSpPr>
            <a:spLocks noGrp="1"/>
          </p:cNvSpPr>
          <p:nvPr>
            <p:ph type="pic" sz="quarter" idx="44"/>
          </p:nvPr>
        </p:nvSpPr>
        <p:spPr>
          <a:xfrm>
            <a:off x="393639" y="3043387"/>
            <a:ext cx="201168" cy="201168"/>
          </a:xfrm>
        </p:spPr>
        <p:txBody>
          <a:bodyPr lIns="0" tIns="0" rIns="0" bIns="0" anchor="ctr">
            <a:noAutofit/>
          </a:bodyPr>
          <a:lstStyle>
            <a:lvl1pPr marL="0" indent="0" algn="ctr">
              <a:buNone/>
              <a:defRPr sz="400"/>
            </a:lvl1pPr>
          </a:lstStyle>
          <a:p>
            <a:r>
              <a:rPr lang="en-US"/>
              <a:t>Click icon to add picture</a:t>
            </a:r>
            <a:endParaRPr lang="en-US" dirty="0"/>
          </a:p>
        </p:txBody>
      </p:sp>
      <p:sp>
        <p:nvSpPr>
          <p:cNvPr id="52" name="Text Placeholder 3">
            <a:extLst>
              <a:ext uri="{FF2B5EF4-FFF2-40B4-BE49-F238E27FC236}">
                <a16:creationId xmlns:a16="http://schemas.microsoft.com/office/drawing/2014/main" id="{DD77BF0B-2F4E-26FF-6061-CE3BA6AE8AEB}"/>
              </a:ext>
            </a:extLst>
          </p:cNvPr>
          <p:cNvSpPr>
            <a:spLocks noGrp="1"/>
          </p:cNvSpPr>
          <p:nvPr>
            <p:ph type="body" sz="quarter" idx="41" hasCustomPrompt="1"/>
          </p:nvPr>
        </p:nvSpPr>
        <p:spPr>
          <a:xfrm>
            <a:off x="608603" y="3039200"/>
            <a:ext cx="2255838" cy="207705"/>
          </a:xfrm>
        </p:spPr>
        <p:txBody>
          <a:bodyPr>
            <a:noAutofit/>
          </a:bodyPr>
          <a:lstStyle>
            <a:lvl1pPr marL="0" indent="0">
              <a:buNone/>
              <a:defRPr sz="1000" b="0">
                <a:solidFill>
                  <a:schemeClr val="tx1"/>
                </a:solidFill>
                <a:latin typeface="+mn-lt"/>
              </a:defRPr>
            </a:lvl1pPr>
            <a:lvl2pPr marL="342900" indent="0">
              <a:buNone/>
              <a:defRPr sz="1000" b="1"/>
            </a:lvl2pPr>
            <a:lvl3pPr marL="685800" indent="0">
              <a:buNone/>
              <a:defRPr sz="1000" b="1"/>
            </a:lvl3pPr>
            <a:lvl4pPr marL="1028700" indent="0">
              <a:buNone/>
              <a:defRPr sz="1000" b="1"/>
            </a:lvl4pPr>
            <a:lvl5pPr marL="1371600" indent="0">
              <a:buNone/>
              <a:defRPr sz="1000" b="1"/>
            </a:lvl5pPr>
          </a:lstStyle>
          <a:p>
            <a:pPr lvl="0"/>
            <a:r>
              <a:rPr lang="en-US" dirty="0"/>
              <a:t>Add text here</a:t>
            </a:r>
          </a:p>
        </p:txBody>
      </p:sp>
      <p:sp>
        <p:nvSpPr>
          <p:cNvPr id="16" name="Subtitle 2">
            <a:extLst>
              <a:ext uri="{FF2B5EF4-FFF2-40B4-BE49-F238E27FC236}">
                <a16:creationId xmlns:a16="http://schemas.microsoft.com/office/drawing/2014/main" id="{DD302E13-9436-7180-A8BD-EA7BB15859AF}"/>
              </a:ext>
            </a:extLst>
          </p:cNvPr>
          <p:cNvSpPr>
            <a:spLocks noGrp="1"/>
          </p:cNvSpPr>
          <p:nvPr>
            <p:ph type="body" sz="quarter" idx="12" hasCustomPrompt="1"/>
          </p:nvPr>
        </p:nvSpPr>
        <p:spPr>
          <a:xfrm>
            <a:off x="365982" y="3556211"/>
            <a:ext cx="2255838" cy="409575"/>
          </a:xfrm>
        </p:spPr>
        <p:txBody>
          <a:bodyPr>
            <a:noAutofit/>
          </a:bodyPr>
          <a:lstStyle>
            <a:lvl1pPr marL="0" indent="0">
              <a:buNone/>
              <a:defRPr sz="1600" b="1">
                <a:solidFill>
                  <a:schemeClr val="accent5"/>
                </a:solidFill>
                <a:latin typeface="+mj-lt"/>
              </a:defRPr>
            </a:lvl1pPr>
            <a:lvl2pPr marL="342900" indent="0">
              <a:buNone/>
              <a:defRPr sz="1000" b="1"/>
            </a:lvl2pPr>
            <a:lvl3pPr marL="685800" indent="0">
              <a:buNone/>
              <a:defRPr sz="1000" b="1"/>
            </a:lvl3pPr>
            <a:lvl4pPr marL="1028700" indent="0">
              <a:buNone/>
              <a:defRPr sz="1000" b="1"/>
            </a:lvl4pPr>
            <a:lvl5pPr marL="1371600" indent="0">
              <a:buNone/>
              <a:defRPr sz="1000" b="1"/>
            </a:lvl5pPr>
          </a:lstStyle>
          <a:p>
            <a:pPr lvl="0"/>
            <a:r>
              <a:rPr lang="en-US" dirty="0"/>
              <a:t>Add title</a:t>
            </a:r>
          </a:p>
        </p:txBody>
      </p:sp>
      <p:sp>
        <p:nvSpPr>
          <p:cNvPr id="48" name="Text Placeholder 4">
            <a:extLst>
              <a:ext uri="{FF2B5EF4-FFF2-40B4-BE49-F238E27FC236}">
                <a16:creationId xmlns:a16="http://schemas.microsoft.com/office/drawing/2014/main" id="{1F5ACFB8-6727-BA0B-8F16-5BD074AF8671}"/>
              </a:ext>
            </a:extLst>
          </p:cNvPr>
          <p:cNvSpPr>
            <a:spLocks noGrp="1"/>
          </p:cNvSpPr>
          <p:nvPr>
            <p:ph type="body" sz="quarter" idx="37" hasCustomPrompt="1"/>
          </p:nvPr>
        </p:nvSpPr>
        <p:spPr>
          <a:xfrm>
            <a:off x="346524" y="3944613"/>
            <a:ext cx="2255838" cy="207705"/>
          </a:xfrm>
        </p:spPr>
        <p:txBody>
          <a:bodyPr>
            <a:noAutofit/>
          </a:bodyPr>
          <a:lstStyle>
            <a:lvl1pPr marL="0" indent="0">
              <a:buNone/>
              <a:defRPr sz="1000" b="0" cap="all" baseline="0">
                <a:solidFill>
                  <a:schemeClr val="tx1"/>
                </a:solidFill>
                <a:latin typeface="+mn-lt"/>
              </a:defRPr>
            </a:lvl1pPr>
            <a:lvl2pPr marL="342900" indent="0">
              <a:buNone/>
              <a:defRPr sz="1000" b="1"/>
            </a:lvl2pPr>
            <a:lvl3pPr marL="685800" indent="0">
              <a:buNone/>
              <a:defRPr sz="1000" b="1"/>
            </a:lvl3pPr>
            <a:lvl4pPr marL="1028700" indent="0">
              <a:buNone/>
              <a:defRPr sz="1000" b="1"/>
            </a:lvl4pPr>
            <a:lvl5pPr marL="1371600" indent="0">
              <a:buNone/>
              <a:defRPr sz="1000" b="1"/>
            </a:lvl5pPr>
          </a:lstStyle>
          <a:p>
            <a:pPr lvl="0"/>
            <a:r>
              <a:rPr lang="en-US" dirty="0"/>
              <a:t>ADD TEXT HERE</a:t>
            </a:r>
          </a:p>
        </p:txBody>
      </p:sp>
      <p:sp>
        <p:nvSpPr>
          <p:cNvPr id="49" name="Text Placeholder 5">
            <a:extLst>
              <a:ext uri="{FF2B5EF4-FFF2-40B4-BE49-F238E27FC236}">
                <a16:creationId xmlns:a16="http://schemas.microsoft.com/office/drawing/2014/main" id="{5537FE34-0820-E912-112A-604D2E8B6F70}"/>
              </a:ext>
            </a:extLst>
          </p:cNvPr>
          <p:cNvSpPr>
            <a:spLocks noGrp="1"/>
          </p:cNvSpPr>
          <p:nvPr>
            <p:ph type="body" sz="quarter" idx="38" hasCustomPrompt="1"/>
          </p:nvPr>
        </p:nvSpPr>
        <p:spPr>
          <a:xfrm>
            <a:off x="348163" y="4134291"/>
            <a:ext cx="2255838" cy="564352"/>
          </a:xfrm>
        </p:spPr>
        <p:txBody>
          <a:bodyPr>
            <a:noAutofit/>
          </a:bodyPr>
          <a:lstStyle>
            <a:lvl1pPr marL="0" indent="0">
              <a:lnSpc>
                <a:spcPts val="1500"/>
              </a:lnSpc>
              <a:buNone/>
              <a:defRPr sz="1000" b="0">
                <a:solidFill>
                  <a:schemeClr val="tx1"/>
                </a:solidFill>
                <a:latin typeface="+mn-lt"/>
              </a:defRPr>
            </a:lvl1pPr>
            <a:lvl2pPr marL="342900" indent="0">
              <a:buNone/>
              <a:defRPr sz="1000" b="1"/>
            </a:lvl2pPr>
            <a:lvl3pPr marL="685800" indent="0">
              <a:buNone/>
              <a:defRPr sz="1000" b="1"/>
            </a:lvl3pPr>
            <a:lvl4pPr marL="1028700" indent="0">
              <a:buNone/>
              <a:defRPr sz="1000" b="1"/>
            </a:lvl4pPr>
            <a:lvl5pPr marL="1371600" indent="0">
              <a:buNone/>
              <a:defRPr sz="1000" b="1"/>
            </a:lvl5pPr>
          </a:lstStyle>
          <a:p>
            <a:pPr lvl="0"/>
            <a:r>
              <a:rPr lang="en-US" dirty="0"/>
              <a:t>Add text here</a:t>
            </a:r>
          </a:p>
        </p:txBody>
      </p:sp>
      <p:sp>
        <p:nvSpPr>
          <p:cNvPr id="17" name="Subtitle 3">
            <a:extLst>
              <a:ext uri="{FF2B5EF4-FFF2-40B4-BE49-F238E27FC236}">
                <a16:creationId xmlns:a16="http://schemas.microsoft.com/office/drawing/2014/main" id="{87ABDC44-9CB6-639F-8113-C39B4DC57051}"/>
              </a:ext>
            </a:extLst>
          </p:cNvPr>
          <p:cNvSpPr>
            <a:spLocks noGrp="1"/>
          </p:cNvSpPr>
          <p:nvPr>
            <p:ph type="body" sz="quarter" idx="13" hasCustomPrompt="1"/>
          </p:nvPr>
        </p:nvSpPr>
        <p:spPr>
          <a:xfrm>
            <a:off x="354259" y="4854087"/>
            <a:ext cx="2255838" cy="409575"/>
          </a:xfrm>
        </p:spPr>
        <p:txBody>
          <a:bodyPr>
            <a:noAutofit/>
          </a:bodyPr>
          <a:lstStyle>
            <a:lvl1pPr marL="0" indent="0">
              <a:buNone/>
              <a:defRPr sz="1600" b="1">
                <a:solidFill>
                  <a:schemeClr val="accent5"/>
                </a:solidFill>
                <a:latin typeface="+mj-lt"/>
              </a:defRPr>
            </a:lvl1pPr>
            <a:lvl2pPr marL="342900" indent="0">
              <a:buNone/>
              <a:defRPr sz="1000" b="1"/>
            </a:lvl2pPr>
            <a:lvl3pPr marL="685800" indent="0">
              <a:buNone/>
              <a:defRPr sz="1000" b="1"/>
            </a:lvl3pPr>
            <a:lvl4pPr marL="1028700" indent="0">
              <a:buNone/>
              <a:defRPr sz="1000" b="1"/>
            </a:lvl4pPr>
            <a:lvl5pPr marL="1371600" indent="0">
              <a:buNone/>
              <a:defRPr sz="1000" b="1"/>
            </a:lvl5pPr>
          </a:lstStyle>
          <a:p>
            <a:pPr lvl="0"/>
            <a:r>
              <a:rPr lang="en-US" dirty="0"/>
              <a:t>Add title</a:t>
            </a:r>
          </a:p>
        </p:txBody>
      </p:sp>
      <p:sp>
        <p:nvSpPr>
          <p:cNvPr id="54" name="Text Placeholder 7">
            <a:extLst>
              <a:ext uri="{FF2B5EF4-FFF2-40B4-BE49-F238E27FC236}">
                <a16:creationId xmlns:a16="http://schemas.microsoft.com/office/drawing/2014/main" id="{25B77BB7-8B1E-B710-335A-667CFA293FA8}"/>
              </a:ext>
            </a:extLst>
          </p:cNvPr>
          <p:cNvSpPr>
            <a:spLocks noGrp="1"/>
          </p:cNvSpPr>
          <p:nvPr userDrawn="1">
            <p:ph type="body" sz="quarter" idx="45" hasCustomPrompt="1"/>
          </p:nvPr>
        </p:nvSpPr>
        <p:spPr>
          <a:xfrm>
            <a:off x="436483" y="5287168"/>
            <a:ext cx="1828800" cy="64008"/>
          </a:xfrm>
          <a:solidFill>
            <a:schemeClr val="accent5">
              <a:lumMod val="60000"/>
              <a:lumOff val="40000"/>
            </a:schemeClr>
          </a:solidFill>
        </p:spPr>
        <p:txBody>
          <a:bodyPr anchor="ctr">
            <a:noAutofit/>
          </a:bodyPr>
          <a:lstStyle>
            <a:lvl1pPr marL="0" indent="0">
              <a:lnSpc>
                <a:spcPct val="100000"/>
              </a:lnSpc>
              <a:spcBef>
                <a:spcPts val="0"/>
              </a:spcBef>
              <a:buNone/>
              <a:defRPr sz="400" b="0" cap="all" spc="80" baseline="0">
                <a:noFill/>
                <a:latin typeface="+mn-lt"/>
              </a:defRPr>
            </a:lvl1pPr>
            <a:lvl2pPr marL="342900" indent="0">
              <a:buNone/>
              <a:defRPr sz="1000" b="1">
                <a:latin typeface="+mn-lt"/>
              </a:defRPr>
            </a:lvl2pPr>
            <a:lvl3pPr marL="685800" indent="0">
              <a:buNone/>
              <a:defRPr sz="1000" b="1">
                <a:latin typeface="+mn-lt"/>
              </a:defRPr>
            </a:lvl3pPr>
            <a:lvl4pPr marL="1028700" indent="0">
              <a:buNone/>
              <a:defRPr sz="1000" b="1">
                <a:latin typeface="+mn-lt"/>
              </a:defRPr>
            </a:lvl4pPr>
            <a:lvl5pPr marL="1371600" indent="0">
              <a:buNone/>
              <a:defRPr sz="1000" b="1">
                <a:latin typeface="+mn-lt"/>
              </a:defRPr>
            </a:lvl5pPr>
          </a:lstStyle>
          <a:p>
            <a:pPr lvl="0"/>
            <a:r>
              <a:rPr lang="en-US" dirty="0"/>
              <a:t>Skill</a:t>
            </a:r>
          </a:p>
        </p:txBody>
      </p:sp>
      <p:sp>
        <p:nvSpPr>
          <p:cNvPr id="55" name="Text Placeholder 7">
            <a:extLst>
              <a:ext uri="{FF2B5EF4-FFF2-40B4-BE49-F238E27FC236}">
                <a16:creationId xmlns:a16="http://schemas.microsoft.com/office/drawing/2014/main" id="{205191D3-01D5-CF69-3362-65A63E79FFFB}"/>
              </a:ext>
            </a:extLst>
          </p:cNvPr>
          <p:cNvSpPr>
            <a:spLocks noGrp="1"/>
          </p:cNvSpPr>
          <p:nvPr userDrawn="1">
            <p:ph type="body" sz="quarter" idx="50" hasCustomPrompt="1"/>
          </p:nvPr>
        </p:nvSpPr>
        <p:spPr>
          <a:xfrm>
            <a:off x="436483" y="5287168"/>
            <a:ext cx="1307592" cy="64008"/>
          </a:xfrm>
          <a:solidFill>
            <a:schemeClr val="accent5"/>
          </a:solidFill>
        </p:spPr>
        <p:txBody>
          <a:bodyPr anchor="ctr">
            <a:noAutofit/>
          </a:bodyPr>
          <a:lstStyle>
            <a:lvl1pPr marL="0" indent="0">
              <a:lnSpc>
                <a:spcPct val="100000"/>
              </a:lnSpc>
              <a:spcBef>
                <a:spcPts val="0"/>
              </a:spcBef>
              <a:buNone/>
              <a:defRPr sz="400" b="0" cap="all" spc="80" baseline="0">
                <a:noFill/>
                <a:latin typeface="+mn-lt"/>
              </a:defRPr>
            </a:lvl1pPr>
            <a:lvl2pPr marL="342900" indent="0">
              <a:buNone/>
              <a:defRPr sz="1000" b="1">
                <a:latin typeface="+mn-lt"/>
              </a:defRPr>
            </a:lvl2pPr>
            <a:lvl3pPr marL="685800" indent="0">
              <a:buNone/>
              <a:defRPr sz="1000" b="1">
                <a:latin typeface="+mn-lt"/>
              </a:defRPr>
            </a:lvl3pPr>
            <a:lvl4pPr marL="1028700" indent="0">
              <a:buNone/>
              <a:defRPr sz="1000" b="1">
                <a:latin typeface="+mn-lt"/>
              </a:defRPr>
            </a:lvl4pPr>
            <a:lvl5pPr marL="1371600" indent="0">
              <a:buNone/>
              <a:defRPr sz="1000" b="1">
                <a:latin typeface="+mn-lt"/>
              </a:defRPr>
            </a:lvl5pPr>
          </a:lstStyle>
          <a:p>
            <a:pPr lvl="0"/>
            <a:r>
              <a:rPr lang="en-US" dirty="0"/>
              <a:t>Skill</a:t>
            </a:r>
          </a:p>
        </p:txBody>
      </p:sp>
      <p:sp>
        <p:nvSpPr>
          <p:cNvPr id="40" name="Text Placeholder 6">
            <a:extLst>
              <a:ext uri="{FF2B5EF4-FFF2-40B4-BE49-F238E27FC236}">
                <a16:creationId xmlns:a16="http://schemas.microsoft.com/office/drawing/2014/main" id="{7B91F810-8716-53AA-45FC-BEB0D9035103}"/>
              </a:ext>
            </a:extLst>
          </p:cNvPr>
          <p:cNvSpPr>
            <a:spLocks noGrp="1"/>
          </p:cNvSpPr>
          <p:nvPr>
            <p:ph type="body" sz="quarter" idx="32" hasCustomPrompt="1"/>
          </p:nvPr>
        </p:nvSpPr>
        <p:spPr>
          <a:xfrm>
            <a:off x="353790" y="5342746"/>
            <a:ext cx="2255838" cy="224028"/>
          </a:xfrm>
        </p:spPr>
        <p:txBody>
          <a:bodyPr>
            <a:noAutofit/>
          </a:bodyPr>
          <a:lstStyle>
            <a:lvl1pPr marL="0" indent="0">
              <a:buNone/>
              <a:defRPr sz="1000" b="0" cap="all" baseline="0">
                <a:solidFill>
                  <a:schemeClr val="tx1"/>
                </a:solidFill>
                <a:latin typeface="+mn-lt"/>
              </a:defRPr>
            </a:lvl1pPr>
            <a:lvl2pPr marL="342900" indent="0">
              <a:buNone/>
              <a:defRPr sz="1000" b="1"/>
            </a:lvl2pPr>
            <a:lvl3pPr marL="685800" indent="0">
              <a:buNone/>
              <a:defRPr sz="1000" b="1"/>
            </a:lvl3pPr>
            <a:lvl4pPr marL="1028700" indent="0">
              <a:buNone/>
              <a:defRPr sz="1000" b="1"/>
            </a:lvl4pPr>
            <a:lvl5pPr marL="1371600" indent="0">
              <a:buNone/>
              <a:defRPr sz="1000" b="1"/>
            </a:lvl5pPr>
          </a:lstStyle>
          <a:p>
            <a:pPr lvl="0"/>
            <a:r>
              <a:rPr lang="en-US" dirty="0"/>
              <a:t>ADD TEXT HERE</a:t>
            </a:r>
          </a:p>
        </p:txBody>
      </p:sp>
      <p:sp>
        <p:nvSpPr>
          <p:cNvPr id="56" name="Text Placeholder 7">
            <a:extLst>
              <a:ext uri="{FF2B5EF4-FFF2-40B4-BE49-F238E27FC236}">
                <a16:creationId xmlns:a16="http://schemas.microsoft.com/office/drawing/2014/main" id="{5100E32E-1E3F-0B39-F82A-95CA4FABA806}"/>
              </a:ext>
            </a:extLst>
          </p:cNvPr>
          <p:cNvSpPr>
            <a:spLocks noGrp="1"/>
          </p:cNvSpPr>
          <p:nvPr userDrawn="1">
            <p:ph type="body" sz="quarter" idx="46" hasCustomPrompt="1"/>
          </p:nvPr>
        </p:nvSpPr>
        <p:spPr>
          <a:xfrm>
            <a:off x="436483" y="5648288"/>
            <a:ext cx="1828800" cy="64008"/>
          </a:xfrm>
          <a:solidFill>
            <a:schemeClr val="accent5">
              <a:lumMod val="60000"/>
              <a:lumOff val="40000"/>
            </a:schemeClr>
          </a:solidFill>
        </p:spPr>
        <p:txBody>
          <a:bodyPr anchor="ctr">
            <a:noAutofit/>
          </a:bodyPr>
          <a:lstStyle>
            <a:lvl1pPr marL="0" indent="0">
              <a:lnSpc>
                <a:spcPct val="100000"/>
              </a:lnSpc>
              <a:spcBef>
                <a:spcPts val="0"/>
              </a:spcBef>
              <a:buNone/>
              <a:defRPr sz="400" b="0" cap="all" spc="80" baseline="0">
                <a:noFill/>
                <a:latin typeface="+mn-lt"/>
              </a:defRPr>
            </a:lvl1pPr>
            <a:lvl2pPr marL="342900" indent="0">
              <a:buNone/>
              <a:defRPr sz="1000" b="1">
                <a:latin typeface="+mn-lt"/>
              </a:defRPr>
            </a:lvl2pPr>
            <a:lvl3pPr marL="685800" indent="0">
              <a:buNone/>
              <a:defRPr sz="1000" b="1">
                <a:latin typeface="+mn-lt"/>
              </a:defRPr>
            </a:lvl3pPr>
            <a:lvl4pPr marL="1028700" indent="0">
              <a:buNone/>
              <a:defRPr sz="1000" b="1">
                <a:latin typeface="+mn-lt"/>
              </a:defRPr>
            </a:lvl4pPr>
            <a:lvl5pPr marL="1371600" indent="0">
              <a:buNone/>
              <a:defRPr sz="1000" b="1">
                <a:latin typeface="+mn-lt"/>
              </a:defRPr>
            </a:lvl5pPr>
          </a:lstStyle>
          <a:p>
            <a:pPr lvl="0"/>
            <a:r>
              <a:rPr lang="en-US" dirty="0"/>
              <a:t>Skill</a:t>
            </a:r>
          </a:p>
        </p:txBody>
      </p:sp>
      <p:sp>
        <p:nvSpPr>
          <p:cNvPr id="57" name="Text Placeholder 7">
            <a:extLst>
              <a:ext uri="{FF2B5EF4-FFF2-40B4-BE49-F238E27FC236}">
                <a16:creationId xmlns:a16="http://schemas.microsoft.com/office/drawing/2014/main" id="{4E4A64E9-E99A-661C-14D2-3651D11A4D39}"/>
              </a:ext>
            </a:extLst>
          </p:cNvPr>
          <p:cNvSpPr>
            <a:spLocks noGrp="1"/>
          </p:cNvSpPr>
          <p:nvPr userDrawn="1">
            <p:ph type="body" sz="quarter" idx="51" hasCustomPrompt="1"/>
          </p:nvPr>
        </p:nvSpPr>
        <p:spPr>
          <a:xfrm>
            <a:off x="436483" y="5648288"/>
            <a:ext cx="1737360" cy="64008"/>
          </a:xfrm>
          <a:solidFill>
            <a:schemeClr val="accent5"/>
          </a:solidFill>
        </p:spPr>
        <p:txBody>
          <a:bodyPr anchor="ctr">
            <a:noAutofit/>
          </a:bodyPr>
          <a:lstStyle>
            <a:lvl1pPr marL="0" indent="0">
              <a:lnSpc>
                <a:spcPct val="100000"/>
              </a:lnSpc>
              <a:spcBef>
                <a:spcPts val="0"/>
              </a:spcBef>
              <a:buNone/>
              <a:defRPr sz="400" b="0" cap="all" spc="80" baseline="0">
                <a:noFill/>
                <a:latin typeface="+mn-lt"/>
              </a:defRPr>
            </a:lvl1pPr>
            <a:lvl2pPr marL="342900" indent="0">
              <a:buNone/>
              <a:defRPr sz="1000" b="1">
                <a:latin typeface="+mn-lt"/>
              </a:defRPr>
            </a:lvl2pPr>
            <a:lvl3pPr marL="685800" indent="0">
              <a:buNone/>
              <a:defRPr sz="1000" b="1">
                <a:latin typeface="+mn-lt"/>
              </a:defRPr>
            </a:lvl3pPr>
            <a:lvl4pPr marL="1028700" indent="0">
              <a:buNone/>
              <a:defRPr sz="1000" b="1">
                <a:latin typeface="+mn-lt"/>
              </a:defRPr>
            </a:lvl4pPr>
            <a:lvl5pPr marL="1371600" indent="0">
              <a:buNone/>
              <a:defRPr sz="1000" b="1">
                <a:latin typeface="+mn-lt"/>
              </a:defRPr>
            </a:lvl5pPr>
          </a:lstStyle>
          <a:p>
            <a:pPr lvl="0"/>
            <a:r>
              <a:rPr lang="en-US" dirty="0"/>
              <a:t>Skill</a:t>
            </a:r>
          </a:p>
        </p:txBody>
      </p:sp>
      <p:sp>
        <p:nvSpPr>
          <p:cNvPr id="41" name="Text Placeholder 7">
            <a:extLst>
              <a:ext uri="{FF2B5EF4-FFF2-40B4-BE49-F238E27FC236}">
                <a16:creationId xmlns:a16="http://schemas.microsoft.com/office/drawing/2014/main" id="{374C7F2F-446E-F9EB-F954-E1237F4FB375}"/>
              </a:ext>
            </a:extLst>
          </p:cNvPr>
          <p:cNvSpPr>
            <a:spLocks noGrp="1"/>
          </p:cNvSpPr>
          <p:nvPr>
            <p:ph type="body" sz="quarter" idx="33" hasCustomPrompt="1"/>
          </p:nvPr>
        </p:nvSpPr>
        <p:spPr>
          <a:xfrm>
            <a:off x="353790" y="5704696"/>
            <a:ext cx="2255838" cy="224028"/>
          </a:xfrm>
        </p:spPr>
        <p:txBody>
          <a:bodyPr>
            <a:noAutofit/>
          </a:bodyPr>
          <a:lstStyle>
            <a:lvl1pPr marL="0" indent="0">
              <a:buNone/>
              <a:defRPr sz="1000" b="0" cap="all" baseline="0">
                <a:solidFill>
                  <a:schemeClr val="tx1"/>
                </a:solidFill>
                <a:latin typeface="+mn-lt"/>
              </a:defRPr>
            </a:lvl1pPr>
            <a:lvl2pPr marL="342900" indent="0">
              <a:buNone/>
              <a:defRPr sz="1000" b="1"/>
            </a:lvl2pPr>
            <a:lvl3pPr marL="685800" indent="0">
              <a:buNone/>
              <a:defRPr sz="1000" b="1"/>
            </a:lvl3pPr>
            <a:lvl4pPr marL="1028700" indent="0">
              <a:buNone/>
              <a:defRPr sz="1000" b="1"/>
            </a:lvl4pPr>
            <a:lvl5pPr marL="1371600" indent="0">
              <a:buNone/>
              <a:defRPr sz="1000" b="1"/>
            </a:lvl5pPr>
          </a:lstStyle>
          <a:p>
            <a:pPr lvl="0"/>
            <a:r>
              <a:rPr lang="en-US" dirty="0"/>
              <a:t>ADD TEXT HERE</a:t>
            </a:r>
          </a:p>
        </p:txBody>
      </p:sp>
      <p:sp>
        <p:nvSpPr>
          <p:cNvPr id="58" name="Text Placeholder 7">
            <a:extLst>
              <a:ext uri="{FF2B5EF4-FFF2-40B4-BE49-F238E27FC236}">
                <a16:creationId xmlns:a16="http://schemas.microsoft.com/office/drawing/2014/main" id="{72285F55-A7F4-BFBA-87CF-6E9EC63501EA}"/>
              </a:ext>
            </a:extLst>
          </p:cNvPr>
          <p:cNvSpPr>
            <a:spLocks noGrp="1"/>
          </p:cNvSpPr>
          <p:nvPr userDrawn="1">
            <p:ph type="body" sz="quarter" idx="47" hasCustomPrompt="1"/>
          </p:nvPr>
        </p:nvSpPr>
        <p:spPr>
          <a:xfrm>
            <a:off x="436483" y="6014191"/>
            <a:ext cx="1828800" cy="64008"/>
          </a:xfrm>
          <a:solidFill>
            <a:schemeClr val="accent5">
              <a:lumMod val="60000"/>
              <a:lumOff val="40000"/>
            </a:schemeClr>
          </a:solidFill>
        </p:spPr>
        <p:txBody>
          <a:bodyPr anchor="ctr">
            <a:noAutofit/>
          </a:bodyPr>
          <a:lstStyle>
            <a:lvl1pPr marL="0" indent="0">
              <a:lnSpc>
                <a:spcPct val="100000"/>
              </a:lnSpc>
              <a:spcBef>
                <a:spcPts val="0"/>
              </a:spcBef>
              <a:buNone/>
              <a:defRPr sz="400" b="0" cap="all" spc="80" baseline="0">
                <a:noFill/>
                <a:latin typeface="+mn-lt"/>
              </a:defRPr>
            </a:lvl1pPr>
            <a:lvl2pPr marL="342900" indent="0">
              <a:buNone/>
              <a:defRPr sz="1000" b="1">
                <a:latin typeface="+mn-lt"/>
              </a:defRPr>
            </a:lvl2pPr>
            <a:lvl3pPr marL="685800" indent="0">
              <a:buNone/>
              <a:defRPr sz="1000" b="1">
                <a:latin typeface="+mn-lt"/>
              </a:defRPr>
            </a:lvl3pPr>
            <a:lvl4pPr marL="1028700" indent="0">
              <a:buNone/>
              <a:defRPr sz="1000" b="1">
                <a:latin typeface="+mn-lt"/>
              </a:defRPr>
            </a:lvl4pPr>
            <a:lvl5pPr marL="1371600" indent="0">
              <a:buNone/>
              <a:defRPr sz="1000" b="1">
                <a:latin typeface="+mn-lt"/>
              </a:defRPr>
            </a:lvl5pPr>
          </a:lstStyle>
          <a:p>
            <a:pPr lvl="0"/>
            <a:r>
              <a:rPr lang="en-US" dirty="0"/>
              <a:t>Skill</a:t>
            </a:r>
          </a:p>
        </p:txBody>
      </p:sp>
      <p:sp>
        <p:nvSpPr>
          <p:cNvPr id="59" name="Text Placeholder 7">
            <a:extLst>
              <a:ext uri="{FF2B5EF4-FFF2-40B4-BE49-F238E27FC236}">
                <a16:creationId xmlns:a16="http://schemas.microsoft.com/office/drawing/2014/main" id="{861B721E-905B-B616-1FDC-23DA0F8D7988}"/>
              </a:ext>
            </a:extLst>
          </p:cNvPr>
          <p:cNvSpPr>
            <a:spLocks noGrp="1"/>
          </p:cNvSpPr>
          <p:nvPr userDrawn="1">
            <p:ph type="body" sz="quarter" idx="52" hasCustomPrompt="1"/>
          </p:nvPr>
        </p:nvSpPr>
        <p:spPr>
          <a:xfrm>
            <a:off x="436483" y="6014191"/>
            <a:ext cx="1737360" cy="64008"/>
          </a:xfrm>
          <a:solidFill>
            <a:schemeClr val="accent5"/>
          </a:solidFill>
        </p:spPr>
        <p:txBody>
          <a:bodyPr anchor="ctr">
            <a:noAutofit/>
          </a:bodyPr>
          <a:lstStyle>
            <a:lvl1pPr marL="0" indent="0">
              <a:lnSpc>
                <a:spcPct val="100000"/>
              </a:lnSpc>
              <a:spcBef>
                <a:spcPts val="0"/>
              </a:spcBef>
              <a:buNone/>
              <a:defRPr sz="400" b="0" cap="all" spc="80" baseline="0">
                <a:noFill/>
                <a:latin typeface="+mn-lt"/>
              </a:defRPr>
            </a:lvl1pPr>
            <a:lvl2pPr marL="342900" indent="0">
              <a:buNone/>
              <a:defRPr sz="1000" b="1">
                <a:latin typeface="+mn-lt"/>
              </a:defRPr>
            </a:lvl2pPr>
            <a:lvl3pPr marL="685800" indent="0">
              <a:buNone/>
              <a:defRPr sz="1000" b="1">
                <a:latin typeface="+mn-lt"/>
              </a:defRPr>
            </a:lvl3pPr>
            <a:lvl4pPr marL="1028700" indent="0">
              <a:buNone/>
              <a:defRPr sz="1000" b="1">
                <a:latin typeface="+mn-lt"/>
              </a:defRPr>
            </a:lvl4pPr>
            <a:lvl5pPr marL="1371600" indent="0">
              <a:buNone/>
              <a:defRPr sz="1000" b="1">
                <a:latin typeface="+mn-lt"/>
              </a:defRPr>
            </a:lvl5pPr>
          </a:lstStyle>
          <a:p>
            <a:pPr lvl="0"/>
            <a:r>
              <a:rPr lang="en-US" dirty="0"/>
              <a:t>Skill</a:t>
            </a:r>
          </a:p>
        </p:txBody>
      </p:sp>
      <p:sp>
        <p:nvSpPr>
          <p:cNvPr id="44" name="Text Placeholder 8">
            <a:extLst>
              <a:ext uri="{FF2B5EF4-FFF2-40B4-BE49-F238E27FC236}">
                <a16:creationId xmlns:a16="http://schemas.microsoft.com/office/drawing/2014/main" id="{70A1DD9E-5637-BED4-D81D-26769E3A1D90}"/>
              </a:ext>
            </a:extLst>
          </p:cNvPr>
          <p:cNvSpPr>
            <a:spLocks noGrp="1"/>
          </p:cNvSpPr>
          <p:nvPr>
            <p:ph type="body" sz="quarter" idx="34" hasCustomPrompt="1"/>
          </p:nvPr>
        </p:nvSpPr>
        <p:spPr>
          <a:xfrm>
            <a:off x="353790" y="6081741"/>
            <a:ext cx="2255838" cy="224028"/>
          </a:xfrm>
        </p:spPr>
        <p:txBody>
          <a:bodyPr>
            <a:noAutofit/>
          </a:bodyPr>
          <a:lstStyle>
            <a:lvl1pPr marL="0" indent="0">
              <a:buNone/>
              <a:defRPr sz="1000" b="0" cap="all" baseline="0">
                <a:solidFill>
                  <a:schemeClr val="tx1"/>
                </a:solidFill>
                <a:latin typeface="+mn-lt"/>
              </a:defRPr>
            </a:lvl1pPr>
            <a:lvl2pPr marL="342900" indent="0">
              <a:buNone/>
              <a:defRPr sz="1000" b="1"/>
            </a:lvl2pPr>
            <a:lvl3pPr marL="685800" indent="0">
              <a:buNone/>
              <a:defRPr sz="1000" b="1"/>
            </a:lvl3pPr>
            <a:lvl4pPr marL="1028700" indent="0">
              <a:buNone/>
              <a:defRPr sz="1000" b="1"/>
            </a:lvl4pPr>
            <a:lvl5pPr marL="1371600" indent="0">
              <a:buNone/>
              <a:defRPr sz="1000" b="1"/>
            </a:lvl5pPr>
          </a:lstStyle>
          <a:p>
            <a:pPr lvl="0"/>
            <a:r>
              <a:rPr lang="en-US" dirty="0"/>
              <a:t>ADD TEXT HERE</a:t>
            </a:r>
          </a:p>
        </p:txBody>
      </p:sp>
      <p:sp>
        <p:nvSpPr>
          <p:cNvPr id="60" name="Text Placeholder 7">
            <a:extLst>
              <a:ext uri="{FF2B5EF4-FFF2-40B4-BE49-F238E27FC236}">
                <a16:creationId xmlns:a16="http://schemas.microsoft.com/office/drawing/2014/main" id="{68195B5E-5A92-9DF8-69E6-1FDEF8625DA3}"/>
              </a:ext>
            </a:extLst>
          </p:cNvPr>
          <p:cNvSpPr>
            <a:spLocks noGrp="1"/>
          </p:cNvSpPr>
          <p:nvPr userDrawn="1">
            <p:ph type="body" sz="quarter" idx="48" hasCustomPrompt="1"/>
          </p:nvPr>
        </p:nvSpPr>
        <p:spPr>
          <a:xfrm>
            <a:off x="436483" y="6380715"/>
            <a:ext cx="1828800" cy="64008"/>
          </a:xfrm>
          <a:solidFill>
            <a:schemeClr val="accent5">
              <a:lumMod val="60000"/>
              <a:lumOff val="40000"/>
            </a:schemeClr>
          </a:solidFill>
        </p:spPr>
        <p:txBody>
          <a:bodyPr anchor="ctr">
            <a:noAutofit/>
          </a:bodyPr>
          <a:lstStyle>
            <a:lvl1pPr marL="0" indent="0">
              <a:lnSpc>
                <a:spcPct val="100000"/>
              </a:lnSpc>
              <a:spcBef>
                <a:spcPts val="0"/>
              </a:spcBef>
              <a:buNone/>
              <a:defRPr sz="400" b="0" cap="all" spc="80" baseline="0">
                <a:noFill/>
                <a:latin typeface="+mn-lt"/>
              </a:defRPr>
            </a:lvl1pPr>
            <a:lvl2pPr marL="342900" indent="0">
              <a:buNone/>
              <a:defRPr sz="1000" b="1">
                <a:latin typeface="+mn-lt"/>
              </a:defRPr>
            </a:lvl2pPr>
            <a:lvl3pPr marL="685800" indent="0">
              <a:buNone/>
              <a:defRPr sz="1000" b="1">
                <a:latin typeface="+mn-lt"/>
              </a:defRPr>
            </a:lvl3pPr>
            <a:lvl4pPr marL="1028700" indent="0">
              <a:buNone/>
              <a:defRPr sz="1000" b="1">
                <a:latin typeface="+mn-lt"/>
              </a:defRPr>
            </a:lvl4pPr>
            <a:lvl5pPr marL="1371600" indent="0">
              <a:buNone/>
              <a:defRPr sz="1000" b="1">
                <a:latin typeface="+mn-lt"/>
              </a:defRPr>
            </a:lvl5pPr>
          </a:lstStyle>
          <a:p>
            <a:pPr lvl="0"/>
            <a:r>
              <a:rPr lang="en-US" dirty="0"/>
              <a:t>Skill</a:t>
            </a:r>
          </a:p>
        </p:txBody>
      </p:sp>
      <p:sp>
        <p:nvSpPr>
          <p:cNvPr id="61" name="Text Placeholder 7">
            <a:extLst>
              <a:ext uri="{FF2B5EF4-FFF2-40B4-BE49-F238E27FC236}">
                <a16:creationId xmlns:a16="http://schemas.microsoft.com/office/drawing/2014/main" id="{9C13429E-3EB9-27EB-6C4C-198B8A05AE09}"/>
              </a:ext>
            </a:extLst>
          </p:cNvPr>
          <p:cNvSpPr>
            <a:spLocks noGrp="1"/>
          </p:cNvSpPr>
          <p:nvPr userDrawn="1">
            <p:ph type="body" sz="quarter" idx="53" hasCustomPrompt="1"/>
          </p:nvPr>
        </p:nvSpPr>
        <p:spPr>
          <a:xfrm>
            <a:off x="436483" y="6380715"/>
            <a:ext cx="1435608" cy="64008"/>
          </a:xfrm>
          <a:solidFill>
            <a:schemeClr val="accent5"/>
          </a:solidFill>
        </p:spPr>
        <p:txBody>
          <a:bodyPr anchor="ctr">
            <a:noAutofit/>
          </a:bodyPr>
          <a:lstStyle>
            <a:lvl1pPr marL="0" indent="0">
              <a:lnSpc>
                <a:spcPct val="100000"/>
              </a:lnSpc>
              <a:spcBef>
                <a:spcPts val="0"/>
              </a:spcBef>
              <a:buNone/>
              <a:defRPr sz="400" b="0" cap="all" spc="80" baseline="0">
                <a:noFill/>
                <a:latin typeface="+mn-lt"/>
              </a:defRPr>
            </a:lvl1pPr>
            <a:lvl2pPr marL="342900" indent="0">
              <a:buNone/>
              <a:defRPr sz="1000" b="1">
                <a:latin typeface="+mn-lt"/>
              </a:defRPr>
            </a:lvl2pPr>
            <a:lvl3pPr marL="685800" indent="0">
              <a:buNone/>
              <a:defRPr sz="1000" b="1">
                <a:latin typeface="+mn-lt"/>
              </a:defRPr>
            </a:lvl3pPr>
            <a:lvl4pPr marL="1028700" indent="0">
              <a:buNone/>
              <a:defRPr sz="1000" b="1">
                <a:latin typeface="+mn-lt"/>
              </a:defRPr>
            </a:lvl4pPr>
            <a:lvl5pPr marL="1371600" indent="0">
              <a:buNone/>
              <a:defRPr sz="1000" b="1">
                <a:latin typeface="+mn-lt"/>
              </a:defRPr>
            </a:lvl5pPr>
          </a:lstStyle>
          <a:p>
            <a:pPr lvl="0"/>
            <a:r>
              <a:rPr lang="en-US" dirty="0"/>
              <a:t>Skill</a:t>
            </a:r>
          </a:p>
        </p:txBody>
      </p:sp>
      <p:sp>
        <p:nvSpPr>
          <p:cNvPr id="45" name="Text Placeholder 9">
            <a:extLst>
              <a:ext uri="{FF2B5EF4-FFF2-40B4-BE49-F238E27FC236}">
                <a16:creationId xmlns:a16="http://schemas.microsoft.com/office/drawing/2014/main" id="{30F8E052-026B-A2C7-00F9-5A8191673A2B}"/>
              </a:ext>
            </a:extLst>
          </p:cNvPr>
          <p:cNvSpPr>
            <a:spLocks noGrp="1"/>
          </p:cNvSpPr>
          <p:nvPr>
            <p:ph type="body" sz="quarter" idx="35" hasCustomPrompt="1"/>
          </p:nvPr>
        </p:nvSpPr>
        <p:spPr>
          <a:xfrm>
            <a:off x="365982" y="6442879"/>
            <a:ext cx="2255838" cy="224028"/>
          </a:xfrm>
        </p:spPr>
        <p:txBody>
          <a:bodyPr>
            <a:noAutofit/>
          </a:bodyPr>
          <a:lstStyle>
            <a:lvl1pPr marL="0" indent="0">
              <a:buNone/>
              <a:defRPr sz="1000" b="0" cap="all" baseline="0">
                <a:solidFill>
                  <a:schemeClr val="tx1"/>
                </a:solidFill>
                <a:latin typeface="+mn-lt"/>
              </a:defRPr>
            </a:lvl1pPr>
            <a:lvl2pPr marL="342900" indent="0">
              <a:buNone/>
              <a:defRPr sz="1000" b="1"/>
            </a:lvl2pPr>
            <a:lvl3pPr marL="685800" indent="0">
              <a:buNone/>
              <a:defRPr sz="1000" b="1"/>
            </a:lvl3pPr>
            <a:lvl4pPr marL="1028700" indent="0">
              <a:buNone/>
              <a:defRPr sz="1000" b="1"/>
            </a:lvl4pPr>
            <a:lvl5pPr marL="1371600" indent="0">
              <a:buNone/>
              <a:defRPr sz="1000" b="1"/>
            </a:lvl5pPr>
          </a:lstStyle>
          <a:p>
            <a:pPr lvl="0"/>
            <a:r>
              <a:rPr lang="en-US" dirty="0"/>
              <a:t>ADD TEXT HERE</a:t>
            </a:r>
          </a:p>
        </p:txBody>
      </p:sp>
      <p:sp>
        <p:nvSpPr>
          <p:cNvPr id="62" name="Text Placeholder 7">
            <a:extLst>
              <a:ext uri="{FF2B5EF4-FFF2-40B4-BE49-F238E27FC236}">
                <a16:creationId xmlns:a16="http://schemas.microsoft.com/office/drawing/2014/main" id="{AEFFA591-7752-F08D-E538-700399739FF7}"/>
              </a:ext>
            </a:extLst>
          </p:cNvPr>
          <p:cNvSpPr>
            <a:spLocks noGrp="1"/>
          </p:cNvSpPr>
          <p:nvPr userDrawn="1">
            <p:ph type="body" sz="quarter" idx="49" hasCustomPrompt="1"/>
          </p:nvPr>
        </p:nvSpPr>
        <p:spPr>
          <a:xfrm>
            <a:off x="436483" y="6747843"/>
            <a:ext cx="1828800" cy="64008"/>
          </a:xfrm>
          <a:solidFill>
            <a:schemeClr val="accent5">
              <a:lumMod val="60000"/>
              <a:lumOff val="40000"/>
            </a:schemeClr>
          </a:solidFill>
        </p:spPr>
        <p:txBody>
          <a:bodyPr anchor="ctr">
            <a:noAutofit/>
          </a:bodyPr>
          <a:lstStyle>
            <a:lvl1pPr marL="0" indent="0">
              <a:lnSpc>
                <a:spcPct val="100000"/>
              </a:lnSpc>
              <a:spcBef>
                <a:spcPts val="0"/>
              </a:spcBef>
              <a:buNone/>
              <a:defRPr sz="400" b="0" cap="all" spc="80" baseline="0">
                <a:noFill/>
                <a:latin typeface="+mn-lt"/>
              </a:defRPr>
            </a:lvl1pPr>
            <a:lvl2pPr marL="342900" indent="0">
              <a:buNone/>
              <a:defRPr sz="1000" b="1">
                <a:latin typeface="+mn-lt"/>
              </a:defRPr>
            </a:lvl2pPr>
            <a:lvl3pPr marL="685800" indent="0">
              <a:buNone/>
              <a:defRPr sz="1000" b="1">
                <a:latin typeface="+mn-lt"/>
              </a:defRPr>
            </a:lvl3pPr>
            <a:lvl4pPr marL="1028700" indent="0">
              <a:buNone/>
              <a:defRPr sz="1000" b="1">
                <a:latin typeface="+mn-lt"/>
              </a:defRPr>
            </a:lvl4pPr>
            <a:lvl5pPr marL="1371600" indent="0">
              <a:buNone/>
              <a:defRPr sz="1000" b="1">
                <a:latin typeface="+mn-lt"/>
              </a:defRPr>
            </a:lvl5pPr>
          </a:lstStyle>
          <a:p>
            <a:pPr lvl="0"/>
            <a:r>
              <a:rPr lang="en-US" dirty="0"/>
              <a:t>Skill</a:t>
            </a:r>
          </a:p>
        </p:txBody>
      </p:sp>
      <p:sp>
        <p:nvSpPr>
          <p:cNvPr id="63" name="Text Placeholder 7">
            <a:extLst>
              <a:ext uri="{FF2B5EF4-FFF2-40B4-BE49-F238E27FC236}">
                <a16:creationId xmlns:a16="http://schemas.microsoft.com/office/drawing/2014/main" id="{84336FE2-8214-1829-A7AF-834DFC3FBA72}"/>
              </a:ext>
            </a:extLst>
          </p:cNvPr>
          <p:cNvSpPr>
            <a:spLocks noGrp="1"/>
          </p:cNvSpPr>
          <p:nvPr userDrawn="1">
            <p:ph type="body" sz="quarter" idx="54" hasCustomPrompt="1"/>
          </p:nvPr>
        </p:nvSpPr>
        <p:spPr>
          <a:xfrm>
            <a:off x="436483" y="6747843"/>
            <a:ext cx="1435608" cy="64008"/>
          </a:xfrm>
          <a:solidFill>
            <a:schemeClr val="accent5"/>
          </a:solidFill>
        </p:spPr>
        <p:txBody>
          <a:bodyPr anchor="ctr">
            <a:noAutofit/>
          </a:bodyPr>
          <a:lstStyle>
            <a:lvl1pPr marL="0" indent="0">
              <a:lnSpc>
                <a:spcPct val="100000"/>
              </a:lnSpc>
              <a:spcBef>
                <a:spcPts val="0"/>
              </a:spcBef>
              <a:buNone/>
              <a:defRPr sz="400" b="0" cap="all" spc="80" baseline="0">
                <a:noFill/>
                <a:latin typeface="+mn-lt"/>
              </a:defRPr>
            </a:lvl1pPr>
            <a:lvl2pPr marL="342900" indent="0">
              <a:buNone/>
              <a:defRPr sz="1000" b="1">
                <a:latin typeface="+mn-lt"/>
              </a:defRPr>
            </a:lvl2pPr>
            <a:lvl3pPr marL="685800" indent="0">
              <a:buNone/>
              <a:defRPr sz="1000" b="1">
                <a:latin typeface="+mn-lt"/>
              </a:defRPr>
            </a:lvl3pPr>
            <a:lvl4pPr marL="1028700" indent="0">
              <a:buNone/>
              <a:defRPr sz="1000" b="1">
                <a:latin typeface="+mn-lt"/>
              </a:defRPr>
            </a:lvl4pPr>
            <a:lvl5pPr marL="1371600" indent="0">
              <a:buNone/>
              <a:defRPr sz="1000" b="1">
                <a:latin typeface="+mn-lt"/>
              </a:defRPr>
            </a:lvl5pPr>
          </a:lstStyle>
          <a:p>
            <a:pPr lvl="0"/>
            <a:r>
              <a:rPr lang="en-US" dirty="0"/>
              <a:t>Skill</a:t>
            </a:r>
          </a:p>
        </p:txBody>
      </p:sp>
      <p:sp>
        <p:nvSpPr>
          <p:cNvPr id="46" name="Text Placeholder 10">
            <a:extLst>
              <a:ext uri="{FF2B5EF4-FFF2-40B4-BE49-F238E27FC236}">
                <a16:creationId xmlns:a16="http://schemas.microsoft.com/office/drawing/2014/main" id="{2D92D201-D478-AF77-91E0-D694221200A5}"/>
              </a:ext>
            </a:extLst>
          </p:cNvPr>
          <p:cNvSpPr>
            <a:spLocks noGrp="1"/>
          </p:cNvSpPr>
          <p:nvPr>
            <p:ph type="body" sz="quarter" idx="36" hasCustomPrompt="1"/>
          </p:nvPr>
        </p:nvSpPr>
        <p:spPr>
          <a:xfrm>
            <a:off x="354259" y="6806974"/>
            <a:ext cx="2255838" cy="224028"/>
          </a:xfrm>
        </p:spPr>
        <p:txBody>
          <a:bodyPr>
            <a:noAutofit/>
          </a:bodyPr>
          <a:lstStyle>
            <a:lvl1pPr marL="0" indent="0">
              <a:buNone/>
              <a:defRPr sz="1000" b="0" cap="all" baseline="0">
                <a:solidFill>
                  <a:schemeClr val="tx1"/>
                </a:solidFill>
                <a:latin typeface="+mn-lt"/>
              </a:defRPr>
            </a:lvl1pPr>
            <a:lvl2pPr marL="342900" indent="0">
              <a:buNone/>
              <a:defRPr sz="1000" b="1"/>
            </a:lvl2pPr>
            <a:lvl3pPr marL="685800" indent="0">
              <a:buNone/>
              <a:defRPr sz="1000" b="1"/>
            </a:lvl3pPr>
            <a:lvl4pPr marL="1028700" indent="0">
              <a:buNone/>
              <a:defRPr sz="1000" b="1"/>
            </a:lvl4pPr>
            <a:lvl5pPr marL="1371600" indent="0">
              <a:buNone/>
              <a:defRPr sz="1000" b="1"/>
            </a:lvl5pPr>
          </a:lstStyle>
          <a:p>
            <a:pPr lvl="0"/>
            <a:r>
              <a:rPr lang="en-US" dirty="0"/>
              <a:t>ADD TEXT HERE</a:t>
            </a:r>
          </a:p>
        </p:txBody>
      </p:sp>
      <p:sp>
        <p:nvSpPr>
          <p:cNvPr id="18" name="Subtitle 4">
            <a:extLst>
              <a:ext uri="{FF2B5EF4-FFF2-40B4-BE49-F238E27FC236}">
                <a16:creationId xmlns:a16="http://schemas.microsoft.com/office/drawing/2014/main" id="{16EB345E-375D-D8CB-E3AB-9902A9952D6B}"/>
              </a:ext>
            </a:extLst>
          </p:cNvPr>
          <p:cNvSpPr>
            <a:spLocks noGrp="1"/>
          </p:cNvSpPr>
          <p:nvPr>
            <p:ph type="body" sz="quarter" idx="14" hasCustomPrompt="1"/>
          </p:nvPr>
        </p:nvSpPr>
        <p:spPr>
          <a:xfrm>
            <a:off x="356223" y="7318775"/>
            <a:ext cx="2255838" cy="409575"/>
          </a:xfrm>
        </p:spPr>
        <p:txBody>
          <a:bodyPr>
            <a:noAutofit/>
          </a:bodyPr>
          <a:lstStyle>
            <a:lvl1pPr marL="0" indent="0">
              <a:buNone/>
              <a:defRPr sz="1600" b="1">
                <a:solidFill>
                  <a:schemeClr val="accent5"/>
                </a:solidFill>
                <a:latin typeface="+mj-lt"/>
              </a:defRPr>
            </a:lvl1pPr>
            <a:lvl2pPr marL="342900" indent="0">
              <a:buNone/>
              <a:defRPr sz="1000" b="1"/>
            </a:lvl2pPr>
            <a:lvl3pPr marL="685800" indent="0">
              <a:buNone/>
              <a:defRPr sz="1000" b="1"/>
            </a:lvl3pPr>
            <a:lvl4pPr marL="1028700" indent="0">
              <a:buNone/>
              <a:defRPr sz="1000" b="1"/>
            </a:lvl4pPr>
            <a:lvl5pPr marL="1371600" indent="0">
              <a:buNone/>
              <a:defRPr sz="1000" b="1"/>
            </a:lvl5pPr>
          </a:lstStyle>
          <a:p>
            <a:pPr lvl="0"/>
            <a:r>
              <a:rPr lang="en-US" dirty="0"/>
              <a:t>Add title</a:t>
            </a:r>
          </a:p>
        </p:txBody>
      </p:sp>
      <p:sp>
        <p:nvSpPr>
          <p:cNvPr id="37" name="Text Placeholder 11">
            <a:extLst>
              <a:ext uri="{FF2B5EF4-FFF2-40B4-BE49-F238E27FC236}">
                <a16:creationId xmlns:a16="http://schemas.microsoft.com/office/drawing/2014/main" id="{C77B420B-6BBC-FE4B-C5A3-C2ACD2A87778}"/>
              </a:ext>
            </a:extLst>
          </p:cNvPr>
          <p:cNvSpPr>
            <a:spLocks noGrp="1"/>
          </p:cNvSpPr>
          <p:nvPr>
            <p:ph type="body" sz="quarter" idx="29" hasCustomPrompt="1"/>
          </p:nvPr>
        </p:nvSpPr>
        <p:spPr>
          <a:xfrm>
            <a:off x="348163" y="7694677"/>
            <a:ext cx="2255838" cy="224028"/>
          </a:xfrm>
        </p:spPr>
        <p:txBody>
          <a:bodyPr>
            <a:noAutofit/>
          </a:bodyPr>
          <a:lstStyle>
            <a:lvl1pPr marL="0" indent="0">
              <a:buNone/>
              <a:defRPr sz="1000" b="0" cap="all" baseline="0">
                <a:solidFill>
                  <a:schemeClr val="tx1"/>
                </a:solidFill>
                <a:latin typeface="+mn-lt"/>
              </a:defRPr>
            </a:lvl1pPr>
            <a:lvl2pPr marL="342900" indent="0">
              <a:buNone/>
              <a:defRPr sz="1000" b="1"/>
            </a:lvl2pPr>
            <a:lvl3pPr marL="685800" indent="0">
              <a:buNone/>
              <a:defRPr sz="1000" b="1"/>
            </a:lvl3pPr>
            <a:lvl4pPr marL="1028700" indent="0">
              <a:buNone/>
              <a:defRPr sz="1000" b="1"/>
            </a:lvl4pPr>
            <a:lvl5pPr marL="1371600" indent="0">
              <a:buNone/>
              <a:defRPr sz="1000" b="1"/>
            </a:lvl5pPr>
          </a:lstStyle>
          <a:p>
            <a:pPr lvl="0"/>
            <a:r>
              <a:rPr lang="en-US" dirty="0"/>
              <a:t>ADD TEXT HERE</a:t>
            </a:r>
          </a:p>
        </p:txBody>
      </p:sp>
      <p:sp>
        <p:nvSpPr>
          <p:cNvPr id="38" name="Text Placeholder 12">
            <a:extLst>
              <a:ext uri="{FF2B5EF4-FFF2-40B4-BE49-F238E27FC236}">
                <a16:creationId xmlns:a16="http://schemas.microsoft.com/office/drawing/2014/main" id="{31D5C524-3FAF-06D9-E34A-A072BA1EE266}"/>
              </a:ext>
            </a:extLst>
          </p:cNvPr>
          <p:cNvSpPr>
            <a:spLocks noGrp="1"/>
          </p:cNvSpPr>
          <p:nvPr>
            <p:ph type="body" sz="quarter" idx="30" hasCustomPrompt="1"/>
          </p:nvPr>
        </p:nvSpPr>
        <p:spPr>
          <a:xfrm>
            <a:off x="348163" y="7959091"/>
            <a:ext cx="2255838" cy="224028"/>
          </a:xfrm>
        </p:spPr>
        <p:txBody>
          <a:bodyPr>
            <a:noAutofit/>
          </a:bodyPr>
          <a:lstStyle>
            <a:lvl1pPr marL="0" indent="0">
              <a:buNone/>
              <a:defRPr sz="1000" b="0" cap="all" baseline="0">
                <a:solidFill>
                  <a:schemeClr val="tx1"/>
                </a:solidFill>
                <a:latin typeface="+mn-lt"/>
              </a:defRPr>
            </a:lvl1pPr>
            <a:lvl2pPr marL="342900" indent="0">
              <a:buNone/>
              <a:defRPr sz="1000" b="1"/>
            </a:lvl2pPr>
            <a:lvl3pPr marL="685800" indent="0">
              <a:buNone/>
              <a:defRPr sz="1000" b="1"/>
            </a:lvl3pPr>
            <a:lvl4pPr marL="1028700" indent="0">
              <a:buNone/>
              <a:defRPr sz="1000" b="1"/>
            </a:lvl4pPr>
            <a:lvl5pPr marL="1371600" indent="0">
              <a:buNone/>
              <a:defRPr sz="1000" b="1"/>
            </a:lvl5pPr>
          </a:lstStyle>
          <a:p>
            <a:pPr lvl="0"/>
            <a:r>
              <a:rPr lang="en-US" dirty="0"/>
              <a:t>ADD TEXT HERE</a:t>
            </a:r>
          </a:p>
        </p:txBody>
      </p:sp>
      <p:sp>
        <p:nvSpPr>
          <p:cNvPr id="39" name="Text Placeholder 13">
            <a:extLst>
              <a:ext uri="{FF2B5EF4-FFF2-40B4-BE49-F238E27FC236}">
                <a16:creationId xmlns:a16="http://schemas.microsoft.com/office/drawing/2014/main" id="{C2968ADF-5ABD-381F-F8DE-1924F7AE7100}"/>
              </a:ext>
            </a:extLst>
          </p:cNvPr>
          <p:cNvSpPr>
            <a:spLocks noGrp="1"/>
          </p:cNvSpPr>
          <p:nvPr>
            <p:ph type="body" sz="quarter" idx="31" hasCustomPrompt="1"/>
          </p:nvPr>
        </p:nvSpPr>
        <p:spPr>
          <a:xfrm>
            <a:off x="348163" y="8189832"/>
            <a:ext cx="2255838" cy="224028"/>
          </a:xfrm>
        </p:spPr>
        <p:txBody>
          <a:bodyPr>
            <a:noAutofit/>
          </a:bodyPr>
          <a:lstStyle>
            <a:lvl1pPr marL="0" indent="0">
              <a:buNone/>
              <a:defRPr sz="1000" b="0" cap="all" baseline="0">
                <a:solidFill>
                  <a:schemeClr val="tx1"/>
                </a:solidFill>
                <a:latin typeface="+mn-lt"/>
              </a:defRPr>
            </a:lvl1pPr>
            <a:lvl2pPr marL="342900" indent="0">
              <a:buNone/>
              <a:defRPr sz="1000" b="1"/>
            </a:lvl2pPr>
            <a:lvl3pPr marL="685800" indent="0">
              <a:buNone/>
              <a:defRPr sz="1000" b="1"/>
            </a:lvl3pPr>
            <a:lvl4pPr marL="1028700" indent="0">
              <a:buNone/>
              <a:defRPr sz="1000" b="1"/>
            </a:lvl4pPr>
            <a:lvl5pPr marL="1371600" indent="0">
              <a:buNone/>
              <a:defRPr sz="1000" b="1"/>
            </a:lvl5pPr>
          </a:lstStyle>
          <a:p>
            <a:pPr lvl="0"/>
            <a:r>
              <a:rPr lang="en-US" dirty="0"/>
              <a:t>ADD TEXT HERE</a:t>
            </a:r>
          </a:p>
        </p:txBody>
      </p:sp>
      <p:sp>
        <p:nvSpPr>
          <p:cNvPr id="14" name="Subtitle 5">
            <a:extLst>
              <a:ext uri="{FF2B5EF4-FFF2-40B4-BE49-F238E27FC236}">
                <a16:creationId xmlns:a16="http://schemas.microsoft.com/office/drawing/2014/main" id="{57B755CC-C1F4-1BA2-EE05-6161797B11EF}"/>
              </a:ext>
            </a:extLst>
          </p:cNvPr>
          <p:cNvSpPr>
            <a:spLocks noGrp="1"/>
          </p:cNvSpPr>
          <p:nvPr>
            <p:ph type="body" sz="quarter" idx="10" hasCustomPrompt="1"/>
          </p:nvPr>
        </p:nvSpPr>
        <p:spPr>
          <a:xfrm>
            <a:off x="3411232" y="727563"/>
            <a:ext cx="2255838" cy="409575"/>
          </a:xfrm>
        </p:spPr>
        <p:txBody>
          <a:bodyPr>
            <a:noAutofit/>
          </a:bodyPr>
          <a:lstStyle>
            <a:lvl1pPr marL="0" indent="0">
              <a:buNone/>
              <a:defRPr sz="1600" b="1">
                <a:solidFill>
                  <a:schemeClr val="accent5"/>
                </a:solidFill>
                <a:latin typeface="+mj-lt"/>
              </a:defRPr>
            </a:lvl1pPr>
            <a:lvl2pPr marL="342900" indent="0">
              <a:buNone/>
              <a:defRPr sz="1000" b="1"/>
            </a:lvl2pPr>
            <a:lvl3pPr marL="685800" indent="0">
              <a:buNone/>
              <a:defRPr sz="1000" b="1"/>
            </a:lvl3pPr>
            <a:lvl4pPr marL="1028700" indent="0">
              <a:buNone/>
              <a:defRPr sz="1000" b="1"/>
            </a:lvl4pPr>
            <a:lvl5pPr marL="1371600" indent="0">
              <a:buNone/>
              <a:defRPr sz="1000" b="1"/>
            </a:lvl5pPr>
          </a:lstStyle>
          <a:p>
            <a:pPr lvl="0"/>
            <a:r>
              <a:rPr lang="en-US" dirty="0"/>
              <a:t>Add title</a:t>
            </a:r>
          </a:p>
        </p:txBody>
      </p:sp>
      <p:sp>
        <p:nvSpPr>
          <p:cNvPr id="21" name="Text Placeholder 14">
            <a:extLst>
              <a:ext uri="{FF2B5EF4-FFF2-40B4-BE49-F238E27FC236}">
                <a16:creationId xmlns:a16="http://schemas.microsoft.com/office/drawing/2014/main" id="{6701F2F4-7594-5D03-D154-7ABCBE39DC3A}"/>
              </a:ext>
            </a:extLst>
          </p:cNvPr>
          <p:cNvSpPr>
            <a:spLocks noGrp="1"/>
          </p:cNvSpPr>
          <p:nvPr>
            <p:ph type="body" sz="quarter" idx="16" hasCustomPrompt="1"/>
          </p:nvPr>
        </p:nvSpPr>
        <p:spPr>
          <a:xfrm>
            <a:off x="3411232" y="1121223"/>
            <a:ext cx="2255838" cy="207705"/>
          </a:xfrm>
        </p:spPr>
        <p:txBody>
          <a:bodyPr>
            <a:noAutofit/>
          </a:bodyPr>
          <a:lstStyle>
            <a:lvl1pPr marL="0" indent="0">
              <a:buNone/>
              <a:defRPr sz="1000" b="0" cap="all" baseline="0">
                <a:solidFill>
                  <a:schemeClr val="tx1"/>
                </a:solidFill>
                <a:latin typeface="+mn-lt"/>
              </a:defRPr>
            </a:lvl1pPr>
            <a:lvl2pPr marL="342900" indent="0">
              <a:buNone/>
              <a:defRPr sz="1000" b="1"/>
            </a:lvl2pPr>
            <a:lvl3pPr marL="685800" indent="0">
              <a:buNone/>
              <a:defRPr sz="1000" b="1"/>
            </a:lvl3pPr>
            <a:lvl4pPr marL="1028700" indent="0">
              <a:buNone/>
              <a:defRPr sz="1000" b="1"/>
            </a:lvl4pPr>
            <a:lvl5pPr marL="1371600" indent="0">
              <a:buNone/>
              <a:defRPr sz="1000" b="1"/>
            </a:lvl5pPr>
          </a:lstStyle>
          <a:p>
            <a:pPr lvl="0"/>
            <a:r>
              <a:rPr lang="en-US" dirty="0"/>
              <a:t>ADD TEXT HERE</a:t>
            </a:r>
          </a:p>
        </p:txBody>
      </p:sp>
      <p:sp>
        <p:nvSpPr>
          <p:cNvPr id="22" name="Text Placeholder 15">
            <a:extLst>
              <a:ext uri="{FF2B5EF4-FFF2-40B4-BE49-F238E27FC236}">
                <a16:creationId xmlns:a16="http://schemas.microsoft.com/office/drawing/2014/main" id="{BBFCDBE8-D7C4-CF4F-E94C-BBB350E77642}"/>
              </a:ext>
            </a:extLst>
          </p:cNvPr>
          <p:cNvSpPr>
            <a:spLocks noGrp="1"/>
          </p:cNvSpPr>
          <p:nvPr>
            <p:ph type="body" sz="quarter" idx="17" hasCustomPrompt="1"/>
          </p:nvPr>
        </p:nvSpPr>
        <p:spPr>
          <a:xfrm>
            <a:off x="3411232" y="1310901"/>
            <a:ext cx="2255838" cy="207705"/>
          </a:xfrm>
        </p:spPr>
        <p:txBody>
          <a:bodyPr>
            <a:noAutofit/>
          </a:bodyPr>
          <a:lstStyle>
            <a:lvl1pPr marL="0" indent="0">
              <a:buNone/>
              <a:defRPr sz="1000" b="0">
                <a:solidFill>
                  <a:schemeClr val="tx1"/>
                </a:solidFill>
                <a:latin typeface="+mn-lt"/>
              </a:defRPr>
            </a:lvl1pPr>
            <a:lvl2pPr marL="342900" indent="0">
              <a:buNone/>
              <a:defRPr sz="1000" b="1"/>
            </a:lvl2pPr>
            <a:lvl3pPr marL="685800" indent="0">
              <a:buNone/>
              <a:defRPr sz="1000" b="1"/>
            </a:lvl3pPr>
            <a:lvl4pPr marL="1028700" indent="0">
              <a:buNone/>
              <a:defRPr sz="1000" b="1"/>
            </a:lvl4pPr>
            <a:lvl5pPr marL="1371600" indent="0">
              <a:buNone/>
              <a:defRPr sz="1000" b="1"/>
            </a:lvl5pPr>
          </a:lstStyle>
          <a:p>
            <a:pPr lvl="0"/>
            <a:r>
              <a:rPr lang="en-US" dirty="0"/>
              <a:t>Add text here</a:t>
            </a:r>
          </a:p>
        </p:txBody>
      </p:sp>
      <p:sp>
        <p:nvSpPr>
          <p:cNvPr id="23" name="Text Placeholder 16">
            <a:extLst>
              <a:ext uri="{FF2B5EF4-FFF2-40B4-BE49-F238E27FC236}">
                <a16:creationId xmlns:a16="http://schemas.microsoft.com/office/drawing/2014/main" id="{6EACADD5-0C03-B318-5BE9-37EFC79D590C}"/>
              </a:ext>
            </a:extLst>
          </p:cNvPr>
          <p:cNvSpPr>
            <a:spLocks noGrp="1"/>
          </p:cNvSpPr>
          <p:nvPr>
            <p:ph type="body" sz="quarter" idx="18" hasCustomPrompt="1"/>
          </p:nvPr>
        </p:nvSpPr>
        <p:spPr>
          <a:xfrm>
            <a:off x="3411232" y="1528487"/>
            <a:ext cx="2255838" cy="207705"/>
          </a:xfrm>
        </p:spPr>
        <p:txBody>
          <a:bodyPr>
            <a:noAutofit/>
          </a:bodyPr>
          <a:lstStyle>
            <a:lvl1pPr marL="0" indent="0">
              <a:buNone/>
              <a:defRPr sz="800" b="0">
                <a:solidFill>
                  <a:schemeClr val="tx1"/>
                </a:solidFill>
                <a:latin typeface="+mn-lt"/>
              </a:defRPr>
            </a:lvl1pPr>
            <a:lvl2pPr marL="342900" indent="0">
              <a:buNone/>
              <a:defRPr sz="1000" b="1"/>
            </a:lvl2pPr>
            <a:lvl3pPr marL="685800" indent="0">
              <a:buNone/>
              <a:defRPr sz="1000" b="1"/>
            </a:lvl3pPr>
            <a:lvl4pPr marL="1028700" indent="0">
              <a:buNone/>
              <a:defRPr sz="1000" b="1"/>
            </a:lvl4pPr>
            <a:lvl5pPr marL="1371600" indent="0">
              <a:buNone/>
              <a:defRPr sz="1000" b="1"/>
            </a:lvl5pPr>
          </a:lstStyle>
          <a:p>
            <a:pPr lvl="0"/>
            <a:r>
              <a:rPr lang="en-US" dirty="0"/>
              <a:t>Add text here</a:t>
            </a:r>
          </a:p>
        </p:txBody>
      </p:sp>
      <p:sp>
        <p:nvSpPr>
          <p:cNvPr id="24" name="Text Placeholder 17">
            <a:extLst>
              <a:ext uri="{FF2B5EF4-FFF2-40B4-BE49-F238E27FC236}">
                <a16:creationId xmlns:a16="http://schemas.microsoft.com/office/drawing/2014/main" id="{E6E42F90-B451-B5B0-7FE5-99BD43EE487C}"/>
              </a:ext>
            </a:extLst>
          </p:cNvPr>
          <p:cNvSpPr>
            <a:spLocks noGrp="1"/>
          </p:cNvSpPr>
          <p:nvPr>
            <p:ph type="body" sz="quarter" idx="19" hasCustomPrompt="1"/>
          </p:nvPr>
        </p:nvSpPr>
        <p:spPr>
          <a:xfrm>
            <a:off x="3411232" y="1752954"/>
            <a:ext cx="2957512" cy="1275851"/>
          </a:xfrm>
        </p:spPr>
        <p:txBody>
          <a:bodyPr>
            <a:noAutofit/>
          </a:bodyPr>
          <a:lstStyle>
            <a:lvl1pPr marL="0" indent="0">
              <a:lnSpc>
                <a:spcPts val="1500"/>
              </a:lnSpc>
              <a:buNone/>
              <a:defRPr sz="1000" b="0">
                <a:solidFill>
                  <a:schemeClr val="tx1"/>
                </a:solidFill>
                <a:latin typeface="+mn-lt"/>
              </a:defRPr>
            </a:lvl1pPr>
            <a:lvl2pPr marL="342900" indent="0">
              <a:buNone/>
              <a:defRPr sz="1000" b="1"/>
            </a:lvl2pPr>
            <a:lvl3pPr marL="685800" indent="0">
              <a:buNone/>
              <a:defRPr sz="1000" b="1"/>
            </a:lvl3pPr>
            <a:lvl4pPr marL="1028700" indent="0">
              <a:buNone/>
              <a:defRPr sz="1000" b="1"/>
            </a:lvl4pPr>
            <a:lvl5pPr marL="1371600" indent="0">
              <a:buNone/>
              <a:defRPr sz="1000" b="1"/>
            </a:lvl5pPr>
          </a:lstStyle>
          <a:p>
            <a:pPr lvl="0"/>
            <a:r>
              <a:rPr lang="en-US" dirty="0"/>
              <a:t>Add text here</a:t>
            </a:r>
          </a:p>
        </p:txBody>
      </p:sp>
      <p:sp>
        <p:nvSpPr>
          <p:cNvPr id="26" name="Text Placeholder 18">
            <a:extLst>
              <a:ext uri="{FF2B5EF4-FFF2-40B4-BE49-F238E27FC236}">
                <a16:creationId xmlns:a16="http://schemas.microsoft.com/office/drawing/2014/main" id="{231BB45D-9F27-B4AC-930B-75553AB2F6D9}"/>
              </a:ext>
            </a:extLst>
          </p:cNvPr>
          <p:cNvSpPr>
            <a:spLocks noGrp="1"/>
          </p:cNvSpPr>
          <p:nvPr>
            <p:ph type="body" sz="quarter" idx="20" hasCustomPrompt="1"/>
          </p:nvPr>
        </p:nvSpPr>
        <p:spPr>
          <a:xfrm>
            <a:off x="3411232" y="3082197"/>
            <a:ext cx="2255838" cy="207705"/>
          </a:xfrm>
        </p:spPr>
        <p:txBody>
          <a:bodyPr>
            <a:noAutofit/>
          </a:bodyPr>
          <a:lstStyle>
            <a:lvl1pPr marL="0" indent="0">
              <a:buNone/>
              <a:defRPr sz="1000" b="0" cap="all" baseline="0">
                <a:solidFill>
                  <a:schemeClr val="tx1"/>
                </a:solidFill>
                <a:latin typeface="+mn-lt"/>
              </a:defRPr>
            </a:lvl1pPr>
            <a:lvl2pPr marL="342900" indent="0">
              <a:buNone/>
              <a:defRPr sz="1000" b="1"/>
            </a:lvl2pPr>
            <a:lvl3pPr marL="685800" indent="0">
              <a:buNone/>
              <a:defRPr sz="1000" b="1"/>
            </a:lvl3pPr>
            <a:lvl4pPr marL="1028700" indent="0">
              <a:buNone/>
              <a:defRPr sz="1000" b="1"/>
            </a:lvl4pPr>
            <a:lvl5pPr marL="1371600" indent="0">
              <a:buNone/>
              <a:defRPr sz="1000" b="1"/>
            </a:lvl5pPr>
          </a:lstStyle>
          <a:p>
            <a:pPr lvl="0"/>
            <a:r>
              <a:rPr lang="en-US" dirty="0"/>
              <a:t>ADD TEXT HERE</a:t>
            </a:r>
          </a:p>
        </p:txBody>
      </p:sp>
      <p:sp>
        <p:nvSpPr>
          <p:cNvPr id="27" name="Text Placeholder 19">
            <a:extLst>
              <a:ext uri="{FF2B5EF4-FFF2-40B4-BE49-F238E27FC236}">
                <a16:creationId xmlns:a16="http://schemas.microsoft.com/office/drawing/2014/main" id="{79396527-1343-6E5F-01F2-7F6787FC0A68}"/>
              </a:ext>
            </a:extLst>
          </p:cNvPr>
          <p:cNvSpPr>
            <a:spLocks noGrp="1"/>
          </p:cNvSpPr>
          <p:nvPr>
            <p:ph type="body" sz="quarter" idx="21" hasCustomPrompt="1"/>
          </p:nvPr>
        </p:nvSpPr>
        <p:spPr>
          <a:xfrm>
            <a:off x="3411232" y="3302355"/>
            <a:ext cx="2255838" cy="207705"/>
          </a:xfrm>
        </p:spPr>
        <p:txBody>
          <a:bodyPr>
            <a:noAutofit/>
          </a:bodyPr>
          <a:lstStyle>
            <a:lvl1pPr marL="0" indent="0">
              <a:buNone/>
              <a:defRPr sz="1000" b="0">
                <a:solidFill>
                  <a:schemeClr val="tx1"/>
                </a:solidFill>
                <a:latin typeface="+mn-lt"/>
              </a:defRPr>
            </a:lvl1pPr>
            <a:lvl2pPr marL="342900" indent="0">
              <a:buNone/>
              <a:defRPr sz="1000" b="1"/>
            </a:lvl2pPr>
            <a:lvl3pPr marL="685800" indent="0">
              <a:buNone/>
              <a:defRPr sz="1000" b="1"/>
            </a:lvl3pPr>
            <a:lvl4pPr marL="1028700" indent="0">
              <a:buNone/>
              <a:defRPr sz="1000" b="1"/>
            </a:lvl4pPr>
            <a:lvl5pPr marL="1371600" indent="0">
              <a:buNone/>
              <a:defRPr sz="1000" b="1"/>
            </a:lvl5pPr>
          </a:lstStyle>
          <a:p>
            <a:pPr lvl="0"/>
            <a:r>
              <a:rPr lang="en-US" dirty="0"/>
              <a:t>Add text here</a:t>
            </a:r>
          </a:p>
        </p:txBody>
      </p:sp>
      <p:sp>
        <p:nvSpPr>
          <p:cNvPr id="28" name="Text Placeholder 20">
            <a:extLst>
              <a:ext uri="{FF2B5EF4-FFF2-40B4-BE49-F238E27FC236}">
                <a16:creationId xmlns:a16="http://schemas.microsoft.com/office/drawing/2014/main" id="{5DD329E3-4DD8-5AAB-F563-041FA3DA46DC}"/>
              </a:ext>
            </a:extLst>
          </p:cNvPr>
          <p:cNvSpPr>
            <a:spLocks noGrp="1"/>
          </p:cNvSpPr>
          <p:nvPr>
            <p:ph type="body" sz="quarter" idx="22" hasCustomPrompt="1"/>
          </p:nvPr>
        </p:nvSpPr>
        <p:spPr>
          <a:xfrm>
            <a:off x="3411232" y="3519941"/>
            <a:ext cx="2255838" cy="207705"/>
          </a:xfrm>
        </p:spPr>
        <p:txBody>
          <a:bodyPr>
            <a:noAutofit/>
          </a:bodyPr>
          <a:lstStyle>
            <a:lvl1pPr marL="0" indent="0">
              <a:buNone/>
              <a:defRPr sz="800" b="0">
                <a:solidFill>
                  <a:schemeClr val="tx1"/>
                </a:solidFill>
                <a:latin typeface="+mn-lt"/>
              </a:defRPr>
            </a:lvl1pPr>
            <a:lvl2pPr marL="342900" indent="0">
              <a:buNone/>
              <a:defRPr sz="1000" b="1"/>
            </a:lvl2pPr>
            <a:lvl3pPr marL="685800" indent="0">
              <a:buNone/>
              <a:defRPr sz="1000" b="1"/>
            </a:lvl3pPr>
            <a:lvl4pPr marL="1028700" indent="0">
              <a:buNone/>
              <a:defRPr sz="1000" b="1"/>
            </a:lvl4pPr>
            <a:lvl5pPr marL="1371600" indent="0">
              <a:buNone/>
              <a:defRPr sz="1000" b="1"/>
            </a:lvl5pPr>
          </a:lstStyle>
          <a:p>
            <a:pPr lvl="0"/>
            <a:r>
              <a:rPr lang="en-US" dirty="0"/>
              <a:t>Add text here</a:t>
            </a:r>
          </a:p>
        </p:txBody>
      </p:sp>
      <p:sp>
        <p:nvSpPr>
          <p:cNvPr id="29" name="Text Placeholder 21">
            <a:extLst>
              <a:ext uri="{FF2B5EF4-FFF2-40B4-BE49-F238E27FC236}">
                <a16:creationId xmlns:a16="http://schemas.microsoft.com/office/drawing/2014/main" id="{AEF84B5D-0AD9-27D5-7981-DC077EDAA1C4}"/>
              </a:ext>
            </a:extLst>
          </p:cNvPr>
          <p:cNvSpPr>
            <a:spLocks noGrp="1"/>
          </p:cNvSpPr>
          <p:nvPr>
            <p:ph type="body" sz="quarter" idx="23" hasCustomPrompt="1"/>
          </p:nvPr>
        </p:nvSpPr>
        <p:spPr>
          <a:xfrm>
            <a:off x="3411232" y="3762696"/>
            <a:ext cx="3050796" cy="1091391"/>
          </a:xfrm>
        </p:spPr>
        <p:txBody>
          <a:bodyPr>
            <a:noAutofit/>
          </a:bodyPr>
          <a:lstStyle>
            <a:lvl1pPr marL="0" indent="0">
              <a:lnSpc>
                <a:spcPts val="1500"/>
              </a:lnSpc>
              <a:buNone/>
              <a:defRPr sz="1000" b="0">
                <a:solidFill>
                  <a:schemeClr val="tx1"/>
                </a:solidFill>
                <a:latin typeface="+mn-lt"/>
              </a:defRPr>
            </a:lvl1pPr>
            <a:lvl2pPr marL="342900" indent="0">
              <a:buNone/>
              <a:defRPr sz="1000" b="1"/>
            </a:lvl2pPr>
            <a:lvl3pPr marL="685800" indent="0">
              <a:buNone/>
              <a:defRPr sz="1000" b="1"/>
            </a:lvl3pPr>
            <a:lvl4pPr marL="1028700" indent="0">
              <a:buNone/>
              <a:defRPr sz="1000" b="1"/>
            </a:lvl4pPr>
            <a:lvl5pPr marL="1371600" indent="0">
              <a:buNone/>
              <a:defRPr sz="1000" b="1"/>
            </a:lvl5pPr>
          </a:lstStyle>
          <a:p>
            <a:pPr lvl="0"/>
            <a:r>
              <a:rPr lang="en-US" dirty="0"/>
              <a:t>Add text here</a:t>
            </a:r>
          </a:p>
        </p:txBody>
      </p:sp>
      <p:sp>
        <p:nvSpPr>
          <p:cNvPr id="32" name="Text Placeholder 22">
            <a:extLst>
              <a:ext uri="{FF2B5EF4-FFF2-40B4-BE49-F238E27FC236}">
                <a16:creationId xmlns:a16="http://schemas.microsoft.com/office/drawing/2014/main" id="{3DE965BF-79E4-51BB-D900-79E59887459F}"/>
              </a:ext>
            </a:extLst>
          </p:cNvPr>
          <p:cNvSpPr>
            <a:spLocks noGrp="1"/>
          </p:cNvSpPr>
          <p:nvPr>
            <p:ph type="body" sz="quarter" idx="24" hasCustomPrompt="1"/>
          </p:nvPr>
        </p:nvSpPr>
        <p:spPr>
          <a:xfrm>
            <a:off x="3411232" y="4886903"/>
            <a:ext cx="2255838" cy="207705"/>
          </a:xfrm>
        </p:spPr>
        <p:txBody>
          <a:bodyPr>
            <a:noAutofit/>
          </a:bodyPr>
          <a:lstStyle>
            <a:lvl1pPr marL="0" indent="0">
              <a:buNone/>
              <a:defRPr sz="1000" b="0" cap="all" baseline="0">
                <a:solidFill>
                  <a:schemeClr val="tx1"/>
                </a:solidFill>
                <a:latin typeface="+mn-lt"/>
              </a:defRPr>
            </a:lvl1pPr>
            <a:lvl2pPr marL="342900" indent="0">
              <a:buNone/>
              <a:defRPr sz="1000" b="1"/>
            </a:lvl2pPr>
            <a:lvl3pPr marL="685800" indent="0">
              <a:buNone/>
              <a:defRPr sz="1000" b="1"/>
            </a:lvl3pPr>
            <a:lvl4pPr marL="1028700" indent="0">
              <a:buNone/>
              <a:defRPr sz="1000" b="1"/>
            </a:lvl4pPr>
            <a:lvl5pPr marL="1371600" indent="0">
              <a:buNone/>
              <a:defRPr sz="1000" b="1"/>
            </a:lvl5pPr>
          </a:lstStyle>
          <a:p>
            <a:pPr lvl="0"/>
            <a:r>
              <a:rPr lang="en-US" dirty="0"/>
              <a:t>ADD TEXT HERE</a:t>
            </a:r>
          </a:p>
        </p:txBody>
      </p:sp>
      <p:sp>
        <p:nvSpPr>
          <p:cNvPr id="33" name="Text Placeholder 23">
            <a:extLst>
              <a:ext uri="{FF2B5EF4-FFF2-40B4-BE49-F238E27FC236}">
                <a16:creationId xmlns:a16="http://schemas.microsoft.com/office/drawing/2014/main" id="{9045A0A8-0EF1-B403-236A-2DF3B7A058AD}"/>
              </a:ext>
            </a:extLst>
          </p:cNvPr>
          <p:cNvSpPr>
            <a:spLocks noGrp="1"/>
          </p:cNvSpPr>
          <p:nvPr>
            <p:ph type="body" sz="quarter" idx="25" hasCustomPrompt="1"/>
          </p:nvPr>
        </p:nvSpPr>
        <p:spPr>
          <a:xfrm>
            <a:off x="3411232" y="5076581"/>
            <a:ext cx="2255838" cy="207705"/>
          </a:xfrm>
        </p:spPr>
        <p:txBody>
          <a:bodyPr>
            <a:noAutofit/>
          </a:bodyPr>
          <a:lstStyle>
            <a:lvl1pPr marL="0" indent="0">
              <a:buNone/>
              <a:defRPr sz="1000" b="0">
                <a:solidFill>
                  <a:schemeClr val="tx1"/>
                </a:solidFill>
                <a:latin typeface="+mn-lt"/>
              </a:defRPr>
            </a:lvl1pPr>
            <a:lvl2pPr marL="342900" indent="0">
              <a:buNone/>
              <a:defRPr sz="1000" b="1"/>
            </a:lvl2pPr>
            <a:lvl3pPr marL="685800" indent="0">
              <a:buNone/>
              <a:defRPr sz="1000" b="1"/>
            </a:lvl3pPr>
            <a:lvl4pPr marL="1028700" indent="0">
              <a:buNone/>
              <a:defRPr sz="1000" b="1"/>
            </a:lvl4pPr>
            <a:lvl5pPr marL="1371600" indent="0">
              <a:buNone/>
              <a:defRPr sz="1000" b="1"/>
            </a:lvl5pPr>
          </a:lstStyle>
          <a:p>
            <a:pPr lvl="0"/>
            <a:r>
              <a:rPr lang="en-US" dirty="0"/>
              <a:t>Add text here</a:t>
            </a:r>
          </a:p>
        </p:txBody>
      </p:sp>
      <p:sp>
        <p:nvSpPr>
          <p:cNvPr id="34" name="Text Placeholder 24">
            <a:extLst>
              <a:ext uri="{FF2B5EF4-FFF2-40B4-BE49-F238E27FC236}">
                <a16:creationId xmlns:a16="http://schemas.microsoft.com/office/drawing/2014/main" id="{1E1250C8-A56F-54E4-2F74-E8111C1EBBFD}"/>
              </a:ext>
            </a:extLst>
          </p:cNvPr>
          <p:cNvSpPr>
            <a:spLocks noGrp="1"/>
          </p:cNvSpPr>
          <p:nvPr>
            <p:ph type="body" sz="quarter" idx="26" hasCustomPrompt="1"/>
          </p:nvPr>
        </p:nvSpPr>
        <p:spPr>
          <a:xfrm>
            <a:off x="3411232" y="5306359"/>
            <a:ext cx="2255838" cy="207705"/>
          </a:xfrm>
        </p:spPr>
        <p:txBody>
          <a:bodyPr>
            <a:noAutofit/>
          </a:bodyPr>
          <a:lstStyle>
            <a:lvl1pPr marL="0" indent="0">
              <a:buNone/>
              <a:defRPr sz="800" b="0">
                <a:solidFill>
                  <a:schemeClr val="tx1"/>
                </a:solidFill>
                <a:latin typeface="+mn-lt"/>
              </a:defRPr>
            </a:lvl1pPr>
            <a:lvl2pPr marL="342900" indent="0">
              <a:buNone/>
              <a:defRPr sz="1000" b="1"/>
            </a:lvl2pPr>
            <a:lvl3pPr marL="685800" indent="0">
              <a:buNone/>
              <a:defRPr sz="1000" b="1"/>
            </a:lvl3pPr>
            <a:lvl4pPr marL="1028700" indent="0">
              <a:buNone/>
              <a:defRPr sz="1000" b="1"/>
            </a:lvl4pPr>
            <a:lvl5pPr marL="1371600" indent="0">
              <a:buNone/>
              <a:defRPr sz="1000" b="1"/>
            </a:lvl5pPr>
          </a:lstStyle>
          <a:p>
            <a:pPr lvl="0"/>
            <a:r>
              <a:rPr lang="en-US" dirty="0"/>
              <a:t>Add text here</a:t>
            </a:r>
          </a:p>
        </p:txBody>
      </p:sp>
      <p:sp>
        <p:nvSpPr>
          <p:cNvPr id="35" name="Text Placeholder 25">
            <a:extLst>
              <a:ext uri="{FF2B5EF4-FFF2-40B4-BE49-F238E27FC236}">
                <a16:creationId xmlns:a16="http://schemas.microsoft.com/office/drawing/2014/main" id="{49A63675-1646-B628-7CDF-CC4F1FB368DA}"/>
              </a:ext>
            </a:extLst>
          </p:cNvPr>
          <p:cNvSpPr>
            <a:spLocks noGrp="1"/>
          </p:cNvSpPr>
          <p:nvPr>
            <p:ph type="body" sz="quarter" idx="27" hasCustomPrompt="1"/>
          </p:nvPr>
        </p:nvSpPr>
        <p:spPr>
          <a:xfrm>
            <a:off x="3411232" y="5543018"/>
            <a:ext cx="3045044" cy="1091391"/>
          </a:xfrm>
        </p:spPr>
        <p:txBody>
          <a:bodyPr>
            <a:noAutofit/>
          </a:bodyPr>
          <a:lstStyle>
            <a:lvl1pPr marL="0" indent="0">
              <a:lnSpc>
                <a:spcPts val="1500"/>
              </a:lnSpc>
              <a:buNone/>
              <a:defRPr sz="1000" b="0">
                <a:solidFill>
                  <a:schemeClr val="tx1"/>
                </a:solidFill>
                <a:latin typeface="+mn-lt"/>
              </a:defRPr>
            </a:lvl1pPr>
            <a:lvl2pPr marL="342900" indent="0">
              <a:buNone/>
              <a:defRPr sz="1000" b="1"/>
            </a:lvl2pPr>
            <a:lvl3pPr marL="685800" indent="0">
              <a:buNone/>
              <a:defRPr sz="1000" b="1"/>
            </a:lvl3pPr>
            <a:lvl4pPr marL="1028700" indent="0">
              <a:buNone/>
              <a:defRPr sz="1000" b="1"/>
            </a:lvl4pPr>
            <a:lvl5pPr marL="1371600" indent="0">
              <a:buNone/>
              <a:defRPr sz="1000" b="1"/>
            </a:lvl5pPr>
          </a:lstStyle>
          <a:p>
            <a:pPr lvl="0"/>
            <a:r>
              <a:rPr lang="en-US" dirty="0"/>
              <a:t>Add text here</a:t>
            </a:r>
          </a:p>
        </p:txBody>
      </p:sp>
      <p:sp>
        <p:nvSpPr>
          <p:cNvPr id="19" name="Subtitle 6">
            <a:extLst>
              <a:ext uri="{FF2B5EF4-FFF2-40B4-BE49-F238E27FC236}">
                <a16:creationId xmlns:a16="http://schemas.microsoft.com/office/drawing/2014/main" id="{99A0F316-873B-EF84-45C8-62541070FCFA}"/>
              </a:ext>
            </a:extLst>
          </p:cNvPr>
          <p:cNvSpPr>
            <a:spLocks noGrp="1"/>
          </p:cNvSpPr>
          <p:nvPr>
            <p:ph type="body" sz="quarter" idx="15" hasCustomPrompt="1"/>
          </p:nvPr>
        </p:nvSpPr>
        <p:spPr>
          <a:xfrm>
            <a:off x="3411232" y="6865150"/>
            <a:ext cx="2255838" cy="409575"/>
          </a:xfrm>
        </p:spPr>
        <p:txBody>
          <a:bodyPr>
            <a:noAutofit/>
          </a:bodyPr>
          <a:lstStyle>
            <a:lvl1pPr marL="0" indent="0">
              <a:buNone/>
              <a:defRPr sz="1600" b="1">
                <a:solidFill>
                  <a:schemeClr val="accent5"/>
                </a:solidFill>
                <a:latin typeface="+mj-lt"/>
              </a:defRPr>
            </a:lvl1pPr>
            <a:lvl2pPr marL="342900" indent="0">
              <a:buNone/>
              <a:defRPr sz="1000" b="1"/>
            </a:lvl2pPr>
            <a:lvl3pPr marL="685800" indent="0">
              <a:buNone/>
              <a:defRPr sz="1000" b="1"/>
            </a:lvl3pPr>
            <a:lvl4pPr marL="1028700" indent="0">
              <a:buNone/>
              <a:defRPr sz="1000" b="1"/>
            </a:lvl4pPr>
            <a:lvl5pPr marL="1371600" indent="0">
              <a:buNone/>
              <a:defRPr sz="1000" b="1"/>
            </a:lvl5pPr>
          </a:lstStyle>
          <a:p>
            <a:pPr lvl="0"/>
            <a:r>
              <a:rPr lang="en-US" dirty="0"/>
              <a:t>Add title</a:t>
            </a:r>
          </a:p>
        </p:txBody>
      </p:sp>
      <p:sp>
        <p:nvSpPr>
          <p:cNvPr id="36" name="Text Placeholder 26">
            <a:extLst>
              <a:ext uri="{FF2B5EF4-FFF2-40B4-BE49-F238E27FC236}">
                <a16:creationId xmlns:a16="http://schemas.microsoft.com/office/drawing/2014/main" id="{4D514417-B19E-BA52-F9B2-8DCF47F55B67}"/>
              </a:ext>
            </a:extLst>
          </p:cNvPr>
          <p:cNvSpPr>
            <a:spLocks noGrp="1"/>
          </p:cNvSpPr>
          <p:nvPr>
            <p:ph type="body" sz="quarter" idx="28" hasCustomPrompt="1"/>
          </p:nvPr>
        </p:nvSpPr>
        <p:spPr>
          <a:xfrm>
            <a:off x="3411232" y="7245402"/>
            <a:ext cx="2255838" cy="1288998"/>
          </a:xfrm>
        </p:spPr>
        <p:txBody>
          <a:bodyPr>
            <a:noAutofit/>
          </a:bodyPr>
          <a:lstStyle>
            <a:lvl1pPr marL="0" indent="0">
              <a:lnSpc>
                <a:spcPct val="100000"/>
              </a:lnSpc>
              <a:buNone/>
              <a:defRPr sz="1000" b="0" cap="all" baseline="0">
                <a:solidFill>
                  <a:schemeClr val="tx1"/>
                </a:solidFill>
                <a:latin typeface="+mn-lt"/>
              </a:defRPr>
            </a:lvl1pPr>
            <a:lvl2pPr marL="342900" indent="0">
              <a:buNone/>
              <a:defRPr sz="1000" b="1"/>
            </a:lvl2pPr>
            <a:lvl3pPr marL="685800" indent="0">
              <a:buNone/>
              <a:defRPr sz="1000" b="1"/>
            </a:lvl3pPr>
            <a:lvl4pPr marL="1028700" indent="0">
              <a:buNone/>
              <a:defRPr sz="1000" b="1"/>
            </a:lvl4pPr>
            <a:lvl5pPr marL="1371600" indent="0">
              <a:buNone/>
              <a:defRPr sz="1000" b="1"/>
            </a:lvl5pPr>
          </a:lstStyle>
          <a:p>
            <a:pPr lvl="0"/>
            <a:r>
              <a:rPr lang="en-US" dirty="0"/>
              <a:t>ADD TEXT HERE</a:t>
            </a:r>
          </a:p>
        </p:txBody>
      </p:sp>
    </p:spTree>
    <p:extLst>
      <p:ext uri="{BB962C8B-B14F-4D97-AF65-F5344CB8AC3E}">
        <p14:creationId xmlns:p14="http://schemas.microsoft.com/office/powerpoint/2010/main" val="310476560"/>
      </p:ext>
    </p:extLst>
  </p:cSld>
  <p:clrMapOvr>
    <a:masterClrMapping/>
  </p:clrMapOvr>
  <p:extLst>
    <p:ext uri="{DCECCB84-F9BA-43D5-87BE-67443E8EF086}">
      <p15:sldGuideLst xmlns:p15="http://schemas.microsoft.com/office/powerpoint/2012/main">
        <p15:guide id="1" orient="horz" pos="2880">
          <p15:clr>
            <a:srgbClr val="FBAE40"/>
          </p15:clr>
        </p15:guide>
        <p15:guide id="2" pos="216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lank">
    <p:bg>
      <p:bgPr>
        <a:solidFill>
          <a:schemeClr val="bg1"/>
        </a:solidFill>
        <a:effectLst/>
      </p:bgPr>
    </p:bg>
    <p:spTree>
      <p:nvGrpSpPr>
        <p:cNvPr id="1" name=""/>
        <p:cNvGrpSpPr/>
        <p:nvPr/>
      </p:nvGrpSpPr>
      <p:grpSpPr>
        <a:xfrm>
          <a:off x="0" y="0"/>
          <a:ext cx="0" cy="0"/>
          <a:chOff x="0" y="0"/>
          <a:chExt cx="0" cy="0"/>
        </a:xfrm>
      </p:grpSpPr>
      <p:sp>
        <p:nvSpPr>
          <p:cNvPr id="2" name="Title 1" hidden="1">
            <a:extLst>
              <a:ext uri="{FF2B5EF4-FFF2-40B4-BE49-F238E27FC236}">
                <a16:creationId xmlns:a16="http://schemas.microsoft.com/office/drawing/2014/main" id="{E8C10ABA-8587-C140-975A-2657A46279AA}"/>
              </a:ext>
            </a:extLst>
          </p:cNvPr>
          <p:cNvSpPr>
            <a:spLocks noGrp="1"/>
          </p:cNvSpPr>
          <p:nvPr>
            <p:ph type="title" hasCustomPrompt="1"/>
          </p:nvPr>
        </p:nvSpPr>
        <p:spPr>
          <a:xfrm>
            <a:off x="379684" y="406653"/>
            <a:ext cx="5131177" cy="535531"/>
          </a:xfrm>
        </p:spPr>
        <p:txBody>
          <a:bodyPr lIns="0" rIns="0">
            <a:noAutofit/>
          </a:bodyPr>
          <a:lstStyle>
            <a:lvl1pPr>
              <a:defRPr sz="3600" b="0" i="0">
                <a:solidFill>
                  <a:schemeClr val="accent4">
                    <a:lumMod val="50000"/>
                  </a:schemeClr>
                </a:solidFill>
                <a:latin typeface="+mn-lt"/>
              </a:defRPr>
            </a:lvl1pPr>
          </a:lstStyle>
          <a:p>
            <a:r>
              <a:rPr lang="en-US" noProof="0"/>
              <a:t>NAME HERE</a:t>
            </a:r>
          </a:p>
        </p:txBody>
      </p:sp>
      <p:sp>
        <p:nvSpPr>
          <p:cNvPr id="20" name="Text Placeholder 18" hidden="1">
            <a:extLst>
              <a:ext uri="{FF2B5EF4-FFF2-40B4-BE49-F238E27FC236}">
                <a16:creationId xmlns:a16="http://schemas.microsoft.com/office/drawing/2014/main" id="{5B977851-1691-7D44-B07D-01B553D09910}"/>
              </a:ext>
            </a:extLst>
          </p:cNvPr>
          <p:cNvSpPr>
            <a:spLocks noGrp="1"/>
          </p:cNvSpPr>
          <p:nvPr>
            <p:ph type="body" sz="quarter" idx="11" hasCustomPrompt="1"/>
          </p:nvPr>
        </p:nvSpPr>
        <p:spPr>
          <a:xfrm>
            <a:off x="3464815" y="6296395"/>
            <a:ext cx="1534463" cy="234319"/>
          </a:xfrm>
        </p:spPr>
        <p:txBody>
          <a:bodyPr lIns="0" rIns="0" anchor="ctr">
            <a:noAutofit/>
          </a:bodyPr>
          <a:lstStyle>
            <a:lvl1pPr marL="0" indent="0">
              <a:buNone/>
              <a:defRPr sz="1200">
                <a:solidFill>
                  <a:schemeClr val="bg1"/>
                </a:solidFill>
              </a:defRPr>
            </a:lvl1pPr>
            <a:lvl2pPr marL="342900" indent="0">
              <a:buNone/>
              <a:defRPr>
                <a:solidFill>
                  <a:schemeClr val="bg1"/>
                </a:solidFill>
              </a:defRPr>
            </a:lvl2pPr>
            <a:lvl3pPr marL="685800" indent="0">
              <a:buNone/>
              <a:defRPr>
                <a:solidFill>
                  <a:schemeClr val="bg1"/>
                </a:solidFill>
              </a:defRPr>
            </a:lvl3pPr>
            <a:lvl4pPr marL="1028700" indent="0">
              <a:buNone/>
              <a:defRPr>
                <a:solidFill>
                  <a:schemeClr val="bg1"/>
                </a:solidFill>
              </a:defRPr>
            </a:lvl4pPr>
            <a:lvl5pPr marL="1371600" indent="0">
              <a:buNone/>
              <a:defRPr>
                <a:solidFill>
                  <a:schemeClr val="bg1"/>
                </a:solidFill>
              </a:defRPr>
            </a:lvl5pPr>
          </a:lstStyle>
          <a:p>
            <a:pPr lvl="0"/>
            <a:r>
              <a:rPr lang="en-US" noProof="0"/>
              <a:t>EDUCATION</a:t>
            </a:r>
          </a:p>
        </p:txBody>
      </p:sp>
      <p:sp>
        <p:nvSpPr>
          <p:cNvPr id="25" name="Text Placeholder 18" hidden="1">
            <a:extLst>
              <a:ext uri="{FF2B5EF4-FFF2-40B4-BE49-F238E27FC236}">
                <a16:creationId xmlns:a16="http://schemas.microsoft.com/office/drawing/2014/main" id="{420A5075-C2B7-444D-BC6C-6938ACA01FF6}"/>
              </a:ext>
            </a:extLst>
          </p:cNvPr>
          <p:cNvSpPr>
            <a:spLocks noGrp="1"/>
          </p:cNvSpPr>
          <p:nvPr>
            <p:ph type="body" sz="quarter" idx="12" hasCustomPrompt="1"/>
          </p:nvPr>
        </p:nvSpPr>
        <p:spPr>
          <a:xfrm>
            <a:off x="4100528" y="6603863"/>
            <a:ext cx="1359978" cy="271074"/>
          </a:xfrm>
        </p:spPr>
        <p:txBody>
          <a:bodyPr lIns="0" rIns="0" anchor="ctr">
            <a:normAutofit/>
          </a:bodyPr>
          <a:lstStyle>
            <a:lvl1pPr marL="0" indent="0">
              <a:buNone/>
              <a:defRPr sz="1200">
                <a:solidFill>
                  <a:schemeClr val="bg1"/>
                </a:solidFill>
              </a:defRPr>
            </a:lvl1pPr>
            <a:lvl2pPr marL="342900" indent="0">
              <a:buNone/>
              <a:defRPr>
                <a:solidFill>
                  <a:schemeClr val="bg1"/>
                </a:solidFill>
              </a:defRPr>
            </a:lvl2pPr>
            <a:lvl3pPr marL="685800" indent="0">
              <a:buNone/>
              <a:defRPr>
                <a:solidFill>
                  <a:schemeClr val="bg1"/>
                </a:solidFill>
              </a:defRPr>
            </a:lvl3pPr>
            <a:lvl4pPr marL="1028700" indent="0">
              <a:buNone/>
              <a:defRPr>
                <a:solidFill>
                  <a:schemeClr val="bg1"/>
                </a:solidFill>
              </a:defRPr>
            </a:lvl4pPr>
            <a:lvl5pPr marL="1371600" indent="0">
              <a:buNone/>
              <a:defRPr>
                <a:solidFill>
                  <a:schemeClr val="bg1"/>
                </a:solidFill>
              </a:defRPr>
            </a:lvl5pPr>
          </a:lstStyle>
          <a:p>
            <a:pPr lvl="0"/>
            <a:r>
              <a:rPr lang="en-US" noProof="0"/>
              <a:t>School Name</a:t>
            </a:r>
          </a:p>
        </p:txBody>
      </p:sp>
      <p:sp>
        <p:nvSpPr>
          <p:cNvPr id="30" name="Text Placeholder 18" hidden="1">
            <a:extLst>
              <a:ext uri="{FF2B5EF4-FFF2-40B4-BE49-F238E27FC236}">
                <a16:creationId xmlns:a16="http://schemas.microsoft.com/office/drawing/2014/main" id="{5C2D1E8C-5EC6-3F41-93FE-E77D60FCAF9D}"/>
              </a:ext>
            </a:extLst>
          </p:cNvPr>
          <p:cNvSpPr>
            <a:spLocks noGrp="1"/>
          </p:cNvSpPr>
          <p:nvPr>
            <p:ph type="body" sz="quarter" idx="13" hasCustomPrompt="1"/>
          </p:nvPr>
        </p:nvSpPr>
        <p:spPr>
          <a:xfrm>
            <a:off x="4100528" y="6843268"/>
            <a:ext cx="1359978" cy="203662"/>
          </a:xfrm>
        </p:spPr>
        <p:txBody>
          <a:bodyPr lIns="0" rIns="0" anchor="ctr">
            <a:noAutofit/>
          </a:bodyPr>
          <a:lstStyle>
            <a:lvl1pPr marL="0" indent="0">
              <a:buNone/>
              <a:defRPr sz="1200">
                <a:solidFill>
                  <a:schemeClr val="bg1"/>
                </a:solidFill>
                <a:latin typeface="+mj-lt"/>
              </a:defRPr>
            </a:lvl1pPr>
            <a:lvl2pPr marL="342900" indent="0">
              <a:buNone/>
              <a:defRPr>
                <a:solidFill>
                  <a:schemeClr val="bg1"/>
                </a:solidFill>
              </a:defRPr>
            </a:lvl2pPr>
            <a:lvl3pPr marL="685800" indent="0">
              <a:buNone/>
              <a:defRPr>
                <a:solidFill>
                  <a:schemeClr val="bg1"/>
                </a:solidFill>
              </a:defRPr>
            </a:lvl3pPr>
            <a:lvl4pPr marL="1028700" indent="0">
              <a:buNone/>
              <a:defRPr>
                <a:solidFill>
                  <a:schemeClr val="bg1"/>
                </a:solidFill>
              </a:defRPr>
            </a:lvl4pPr>
            <a:lvl5pPr marL="1371600" indent="0">
              <a:buNone/>
              <a:defRPr>
                <a:solidFill>
                  <a:schemeClr val="bg1"/>
                </a:solidFill>
              </a:defRPr>
            </a:lvl5pPr>
          </a:lstStyle>
          <a:p>
            <a:pPr lvl="0"/>
            <a:r>
              <a:rPr lang="en-US" noProof="0"/>
              <a:t>[Date From]-[To]</a:t>
            </a:r>
          </a:p>
        </p:txBody>
      </p:sp>
      <p:sp>
        <p:nvSpPr>
          <p:cNvPr id="31" name="Text Placeholder 18" hidden="1">
            <a:extLst>
              <a:ext uri="{FF2B5EF4-FFF2-40B4-BE49-F238E27FC236}">
                <a16:creationId xmlns:a16="http://schemas.microsoft.com/office/drawing/2014/main" id="{5262C941-7E67-EA41-A288-3F705E28D280}"/>
              </a:ext>
            </a:extLst>
          </p:cNvPr>
          <p:cNvSpPr>
            <a:spLocks noGrp="1"/>
          </p:cNvSpPr>
          <p:nvPr>
            <p:ph type="body" sz="quarter" idx="14" hasCustomPrompt="1"/>
          </p:nvPr>
        </p:nvSpPr>
        <p:spPr>
          <a:xfrm>
            <a:off x="4100528" y="7036079"/>
            <a:ext cx="1359978" cy="203662"/>
          </a:xfrm>
        </p:spPr>
        <p:txBody>
          <a:bodyPr lIns="0" rIns="0" anchor="ctr">
            <a:noAutofit/>
          </a:bodyPr>
          <a:lstStyle>
            <a:lvl1pPr marL="0" indent="0">
              <a:buNone/>
              <a:defRPr sz="1200" i="1">
                <a:solidFill>
                  <a:schemeClr val="bg1"/>
                </a:solidFill>
                <a:latin typeface="+mj-lt"/>
              </a:defRPr>
            </a:lvl1pPr>
            <a:lvl2pPr marL="342900" indent="0">
              <a:buNone/>
              <a:defRPr>
                <a:solidFill>
                  <a:schemeClr val="bg1"/>
                </a:solidFill>
              </a:defRPr>
            </a:lvl2pPr>
            <a:lvl3pPr marL="685800" indent="0">
              <a:buNone/>
              <a:defRPr>
                <a:solidFill>
                  <a:schemeClr val="bg1"/>
                </a:solidFill>
              </a:defRPr>
            </a:lvl3pPr>
            <a:lvl4pPr marL="1028700" indent="0">
              <a:buNone/>
              <a:defRPr>
                <a:solidFill>
                  <a:schemeClr val="bg1"/>
                </a:solidFill>
              </a:defRPr>
            </a:lvl4pPr>
            <a:lvl5pPr marL="1371600" indent="0">
              <a:buNone/>
              <a:defRPr>
                <a:solidFill>
                  <a:schemeClr val="bg1"/>
                </a:solidFill>
              </a:defRPr>
            </a:lvl5pPr>
          </a:lstStyle>
          <a:p>
            <a:pPr lvl="0"/>
            <a:r>
              <a:rPr lang="en-US" noProof="0"/>
              <a:t>[Name of Degree]</a:t>
            </a:r>
          </a:p>
        </p:txBody>
      </p:sp>
      <p:sp>
        <p:nvSpPr>
          <p:cNvPr id="42" name="Text Placeholder 18" hidden="1">
            <a:extLst>
              <a:ext uri="{FF2B5EF4-FFF2-40B4-BE49-F238E27FC236}">
                <a16:creationId xmlns:a16="http://schemas.microsoft.com/office/drawing/2014/main" id="{BF56832D-FE58-2F46-9555-1CCA6C0981CF}"/>
              </a:ext>
            </a:extLst>
          </p:cNvPr>
          <p:cNvSpPr>
            <a:spLocks noGrp="1"/>
          </p:cNvSpPr>
          <p:nvPr>
            <p:ph type="body" sz="quarter" idx="15" hasCustomPrompt="1"/>
          </p:nvPr>
        </p:nvSpPr>
        <p:spPr>
          <a:xfrm>
            <a:off x="5904434" y="7040230"/>
            <a:ext cx="693702" cy="202510"/>
          </a:xfrm>
        </p:spPr>
        <p:txBody>
          <a:bodyPr lIns="0" rIns="0" anchor="ctr">
            <a:normAutofit/>
          </a:bodyPr>
          <a:lstStyle>
            <a:lvl1pPr marL="0" indent="0" algn="ctr">
              <a:buNone/>
              <a:defRPr sz="1400">
                <a:solidFill>
                  <a:schemeClr val="bg1"/>
                </a:solidFill>
              </a:defRPr>
            </a:lvl1pPr>
            <a:lvl2pPr marL="342900" indent="0">
              <a:buNone/>
              <a:defRPr>
                <a:solidFill>
                  <a:schemeClr val="bg1"/>
                </a:solidFill>
              </a:defRPr>
            </a:lvl2pPr>
            <a:lvl3pPr marL="685800" indent="0">
              <a:buNone/>
              <a:defRPr>
                <a:solidFill>
                  <a:schemeClr val="bg1"/>
                </a:solidFill>
              </a:defRPr>
            </a:lvl3pPr>
            <a:lvl4pPr marL="1028700" indent="0">
              <a:buNone/>
              <a:defRPr>
                <a:solidFill>
                  <a:schemeClr val="bg1"/>
                </a:solidFill>
              </a:defRPr>
            </a:lvl4pPr>
            <a:lvl5pPr marL="1371600" indent="0">
              <a:buNone/>
              <a:defRPr>
                <a:solidFill>
                  <a:schemeClr val="bg1"/>
                </a:solidFill>
              </a:defRPr>
            </a:lvl5pPr>
          </a:lstStyle>
          <a:p>
            <a:pPr lvl="0"/>
            <a:r>
              <a:rPr lang="en-US" noProof="0"/>
              <a:t>GPA</a:t>
            </a:r>
          </a:p>
        </p:txBody>
      </p:sp>
      <p:sp>
        <p:nvSpPr>
          <p:cNvPr id="43" name="Text Placeholder 18" hidden="1">
            <a:extLst>
              <a:ext uri="{FF2B5EF4-FFF2-40B4-BE49-F238E27FC236}">
                <a16:creationId xmlns:a16="http://schemas.microsoft.com/office/drawing/2014/main" id="{FDF93C53-2C8A-884C-B211-EF7B46AB70A6}"/>
              </a:ext>
            </a:extLst>
          </p:cNvPr>
          <p:cNvSpPr>
            <a:spLocks noGrp="1"/>
          </p:cNvSpPr>
          <p:nvPr>
            <p:ph type="body" sz="quarter" idx="16" hasCustomPrompt="1"/>
          </p:nvPr>
        </p:nvSpPr>
        <p:spPr>
          <a:xfrm>
            <a:off x="5904434" y="6653422"/>
            <a:ext cx="693702" cy="393552"/>
          </a:xfrm>
        </p:spPr>
        <p:txBody>
          <a:bodyPr lIns="0" rIns="0" anchor="ctr">
            <a:noAutofit/>
          </a:bodyPr>
          <a:lstStyle>
            <a:lvl1pPr marL="0" indent="0" algn="ctr">
              <a:buNone/>
              <a:defRPr sz="3200" b="1">
                <a:solidFill>
                  <a:schemeClr val="bg1"/>
                </a:solidFill>
              </a:defRPr>
            </a:lvl1pPr>
            <a:lvl2pPr marL="342900" indent="0">
              <a:buNone/>
              <a:defRPr>
                <a:solidFill>
                  <a:schemeClr val="bg1"/>
                </a:solidFill>
              </a:defRPr>
            </a:lvl2pPr>
            <a:lvl3pPr marL="685800" indent="0">
              <a:buNone/>
              <a:defRPr>
                <a:solidFill>
                  <a:schemeClr val="bg1"/>
                </a:solidFill>
              </a:defRPr>
            </a:lvl3pPr>
            <a:lvl4pPr marL="1028700" indent="0">
              <a:buNone/>
              <a:defRPr>
                <a:solidFill>
                  <a:schemeClr val="bg1"/>
                </a:solidFill>
              </a:defRPr>
            </a:lvl4pPr>
            <a:lvl5pPr marL="1371600" indent="0">
              <a:buNone/>
              <a:defRPr>
                <a:solidFill>
                  <a:schemeClr val="bg1"/>
                </a:solidFill>
              </a:defRPr>
            </a:lvl5pPr>
          </a:lstStyle>
          <a:p>
            <a:pPr lvl="0"/>
            <a:r>
              <a:rPr lang="en-US" noProof="0"/>
              <a:t>4.0</a:t>
            </a:r>
          </a:p>
        </p:txBody>
      </p:sp>
      <p:sp>
        <p:nvSpPr>
          <p:cNvPr id="96" name="Text Placeholder 8" hidden="1">
            <a:extLst>
              <a:ext uri="{FF2B5EF4-FFF2-40B4-BE49-F238E27FC236}">
                <a16:creationId xmlns:a16="http://schemas.microsoft.com/office/drawing/2014/main" id="{2B1A41A9-8C5A-224E-9B99-968DDF5B8251}"/>
              </a:ext>
            </a:extLst>
          </p:cNvPr>
          <p:cNvSpPr>
            <a:spLocks noGrp="1"/>
          </p:cNvSpPr>
          <p:nvPr>
            <p:ph type="body" sz="quarter" idx="26" hasCustomPrompt="1"/>
          </p:nvPr>
        </p:nvSpPr>
        <p:spPr>
          <a:xfrm>
            <a:off x="379684" y="1569344"/>
            <a:ext cx="2925613" cy="248809"/>
          </a:xfrm>
        </p:spPr>
        <p:txBody>
          <a:bodyPr lIns="0" rIns="0" anchor="ctr">
            <a:noAutofit/>
          </a:bodyPr>
          <a:lstStyle>
            <a:lvl1pPr marL="0" indent="0">
              <a:buNone/>
              <a:defRPr sz="1100" b="0" i="0">
                <a:solidFill>
                  <a:schemeClr val="bg1"/>
                </a:solidFill>
              </a:defRPr>
            </a:lvl1pPr>
          </a:lstStyle>
          <a:p>
            <a:pPr lvl="0"/>
            <a:r>
              <a:rPr lang="en-US" noProof="0"/>
              <a:t>Company Name | Job Title</a:t>
            </a:r>
          </a:p>
        </p:txBody>
      </p:sp>
      <p:sp>
        <p:nvSpPr>
          <p:cNvPr id="97" name="Text Placeholder 8" hidden="1">
            <a:extLst>
              <a:ext uri="{FF2B5EF4-FFF2-40B4-BE49-F238E27FC236}">
                <a16:creationId xmlns:a16="http://schemas.microsoft.com/office/drawing/2014/main" id="{621A3ADB-23BD-8F43-BACD-95921D4463F0}"/>
              </a:ext>
            </a:extLst>
          </p:cNvPr>
          <p:cNvSpPr>
            <a:spLocks noGrp="1"/>
          </p:cNvSpPr>
          <p:nvPr>
            <p:ph type="body" sz="quarter" idx="27" hasCustomPrompt="1"/>
          </p:nvPr>
        </p:nvSpPr>
        <p:spPr>
          <a:xfrm>
            <a:off x="379684" y="1860357"/>
            <a:ext cx="2925613" cy="144438"/>
          </a:xfrm>
        </p:spPr>
        <p:txBody>
          <a:bodyPr lIns="0" rIns="0" anchor="ctr">
            <a:noAutofit/>
          </a:bodyPr>
          <a:lstStyle>
            <a:lvl1pPr marL="0" indent="0">
              <a:buNone/>
              <a:defRPr sz="1000" b="0" i="0">
                <a:solidFill>
                  <a:schemeClr val="bg1"/>
                </a:solidFill>
              </a:defRPr>
            </a:lvl1pPr>
          </a:lstStyle>
          <a:p>
            <a:pPr lvl="0"/>
            <a:r>
              <a:rPr lang="en-US" noProof="0"/>
              <a:t>[Dates From]-[To]</a:t>
            </a:r>
          </a:p>
        </p:txBody>
      </p:sp>
      <p:sp>
        <p:nvSpPr>
          <p:cNvPr id="98" name="Text Placeholder 8" hidden="1">
            <a:extLst>
              <a:ext uri="{FF2B5EF4-FFF2-40B4-BE49-F238E27FC236}">
                <a16:creationId xmlns:a16="http://schemas.microsoft.com/office/drawing/2014/main" id="{D6D17EAF-2F02-AA4A-8E44-8B309C23BE74}"/>
              </a:ext>
            </a:extLst>
          </p:cNvPr>
          <p:cNvSpPr>
            <a:spLocks noGrp="1"/>
          </p:cNvSpPr>
          <p:nvPr>
            <p:ph type="body" sz="quarter" idx="28" hasCustomPrompt="1"/>
          </p:nvPr>
        </p:nvSpPr>
        <p:spPr>
          <a:xfrm>
            <a:off x="379684" y="2056280"/>
            <a:ext cx="2925612" cy="684375"/>
          </a:xfrm>
        </p:spPr>
        <p:txBody>
          <a:bodyPr lIns="0" tIns="0" rIns="0" anchor="t">
            <a:noAutofit/>
          </a:bodyPr>
          <a:lstStyle>
            <a:lvl1pPr marL="0" indent="0">
              <a:lnSpc>
                <a:spcPct val="100000"/>
              </a:lnSpc>
              <a:buNone/>
              <a:defRPr sz="1000" b="0" i="0">
                <a:solidFill>
                  <a:schemeClr val="bg1"/>
                </a:solidFill>
                <a:latin typeface="+mj-lt"/>
              </a:defRPr>
            </a:lvl1pPr>
          </a:lstStyle>
          <a:p>
            <a:pPr lvl="0"/>
            <a:r>
              <a:rPr lang="en-US" noProof="0"/>
              <a:t>Lorem ipsum dolor sit amet, consectetur adipiscing elit, sed do eiusmod tempor incididunt ut labore et dolore magna aliqua. Ut enim ad minim veniam, quis nostrud exercitation.</a:t>
            </a:r>
          </a:p>
        </p:txBody>
      </p:sp>
      <p:sp>
        <p:nvSpPr>
          <p:cNvPr id="99" name="Text Placeholder 8" hidden="1">
            <a:extLst>
              <a:ext uri="{FF2B5EF4-FFF2-40B4-BE49-F238E27FC236}">
                <a16:creationId xmlns:a16="http://schemas.microsoft.com/office/drawing/2014/main" id="{6E210A9C-46CF-E34B-8A51-F4EB49C0E818}"/>
              </a:ext>
            </a:extLst>
          </p:cNvPr>
          <p:cNvSpPr>
            <a:spLocks noGrp="1"/>
          </p:cNvSpPr>
          <p:nvPr>
            <p:ph type="body" sz="quarter" idx="29" hasCustomPrompt="1"/>
          </p:nvPr>
        </p:nvSpPr>
        <p:spPr>
          <a:xfrm>
            <a:off x="379684" y="1145426"/>
            <a:ext cx="2925613" cy="293251"/>
          </a:xfrm>
        </p:spPr>
        <p:txBody>
          <a:bodyPr lIns="0" rIns="0" anchor="ctr">
            <a:normAutofit/>
          </a:bodyPr>
          <a:lstStyle>
            <a:lvl1pPr marL="0" indent="0">
              <a:buNone/>
              <a:defRPr sz="1200" b="0" i="0">
                <a:solidFill>
                  <a:schemeClr val="bg1"/>
                </a:solidFill>
              </a:defRPr>
            </a:lvl1pPr>
          </a:lstStyle>
          <a:p>
            <a:pPr lvl="0"/>
            <a:r>
              <a:rPr lang="en-US" noProof="0"/>
              <a:t>EXPERIENCE</a:t>
            </a:r>
          </a:p>
        </p:txBody>
      </p:sp>
      <p:sp>
        <p:nvSpPr>
          <p:cNvPr id="104" name="Text Placeholder 8" hidden="1">
            <a:extLst>
              <a:ext uri="{FF2B5EF4-FFF2-40B4-BE49-F238E27FC236}">
                <a16:creationId xmlns:a16="http://schemas.microsoft.com/office/drawing/2014/main" id="{5B112CE7-45E8-2E43-A633-DB4096453E16}"/>
              </a:ext>
            </a:extLst>
          </p:cNvPr>
          <p:cNvSpPr>
            <a:spLocks noGrp="1"/>
          </p:cNvSpPr>
          <p:nvPr>
            <p:ph type="body" sz="quarter" idx="30" hasCustomPrompt="1"/>
          </p:nvPr>
        </p:nvSpPr>
        <p:spPr>
          <a:xfrm>
            <a:off x="379684" y="2840591"/>
            <a:ext cx="2925613" cy="248809"/>
          </a:xfrm>
        </p:spPr>
        <p:txBody>
          <a:bodyPr lIns="0" rIns="0" anchor="ctr">
            <a:noAutofit/>
          </a:bodyPr>
          <a:lstStyle>
            <a:lvl1pPr marL="0" indent="0">
              <a:buNone/>
              <a:defRPr sz="1100" b="0" i="0">
                <a:solidFill>
                  <a:schemeClr val="bg1"/>
                </a:solidFill>
              </a:defRPr>
            </a:lvl1pPr>
          </a:lstStyle>
          <a:p>
            <a:pPr lvl="0"/>
            <a:r>
              <a:rPr lang="en-US" noProof="0"/>
              <a:t>Company Name | Job Title</a:t>
            </a:r>
          </a:p>
        </p:txBody>
      </p:sp>
      <p:sp>
        <p:nvSpPr>
          <p:cNvPr id="105" name="Text Placeholder 8" hidden="1">
            <a:extLst>
              <a:ext uri="{FF2B5EF4-FFF2-40B4-BE49-F238E27FC236}">
                <a16:creationId xmlns:a16="http://schemas.microsoft.com/office/drawing/2014/main" id="{57C75573-1BA8-C749-8829-0A0E96DACB4F}"/>
              </a:ext>
            </a:extLst>
          </p:cNvPr>
          <p:cNvSpPr>
            <a:spLocks noGrp="1"/>
          </p:cNvSpPr>
          <p:nvPr>
            <p:ph type="body" sz="quarter" idx="31" hasCustomPrompt="1"/>
          </p:nvPr>
        </p:nvSpPr>
        <p:spPr>
          <a:xfrm>
            <a:off x="379684" y="3131604"/>
            <a:ext cx="2925613" cy="144438"/>
          </a:xfrm>
        </p:spPr>
        <p:txBody>
          <a:bodyPr lIns="0" rIns="0" anchor="ctr">
            <a:noAutofit/>
          </a:bodyPr>
          <a:lstStyle>
            <a:lvl1pPr marL="0" indent="0">
              <a:buNone/>
              <a:defRPr sz="1000" b="0" i="0">
                <a:solidFill>
                  <a:schemeClr val="bg1"/>
                </a:solidFill>
              </a:defRPr>
            </a:lvl1pPr>
          </a:lstStyle>
          <a:p>
            <a:pPr lvl="0"/>
            <a:r>
              <a:rPr lang="en-US" noProof="0"/>
              <a:t>[Dates From]-[To]</a:t>
            </a:r>
          </a:p>
        </p:txBody>
      </p:sp>
      <p:sp>
        <p:nvSpPr>
          <p:cNvPr id="106" name="Text Placeholder 8" hidden="1">
            <a:extLst>
              <a:ext uri="{FF2B5EF4-FFF2-40B4-BE49-F238E27FC236}">
                <a16:creationId xmlns:a16="http://schemas.microsoft.com/office/drawing/2014/main" id="{03288328-BBC2-C043-ABA7-6DE1329DE976}"/>
              </a:ext>
            </a:extLst>
          </p:cNvPr>
          <p:cNvSpPr>
            <a:spLocks noGrp="1"/>
          </p:cNvSpPr>
          <p:nvPr>
            <p:ph type="body" sz="quarter" idx="32" hasCustomPrompt="1"/>
          </p:nvPr>
        </p:nvSpPr>
        <p:spPr>
          <a:xfrm>
            <a:off x="379684" y="3327527"/>
            <a:ext cx="2925612" cy="668990"/>
          </a:xfrm>
        </p:spPr>
        <p:txBody>
          <a:bodyPr lIns="0" tIns="0" rIns="0" anchor="t">
            <a:noAutofit/>
          </a:bodyPr>
          <a:lstStyle>
            <a:lvl1pPr marL="0" indent="0">
              <a:lnSpc>
                <a:spcPct val="100000"/>
              </a:lnSpc>
              <a:buNone/>
              <a:defRPr sz="1000" b="0" i="0">
                <a:solidFill>
                  <a:schemeClr val="bg1"/>
                </a:solidFill>
                <a:latin typeface="+mj-lt"/>
              </a:defRPr>
            </a:lvl1pPr>
          </a:lstStyle>
          <a:p>
            <a:pPr lvl="0"/>
            <a:r>
              <a:rPr lang="en-US" noProof="0"/>
              <a:t>Lorem ipsum dolor sit amet, consectetur adipiscing elit, sed do eiusmod tempor incididunt ut labore et dolore magna aliqua. Ut enm ad minim veniam, quis nostrud exercitation.</a:t>
            </a:r>
          </a:p>
        </p:txBody>
      </p:sp>
      <p:sp>
        <p:nvSpPr>
          <p:cNvPr id="107" name="Text Placeholder 8" hidden="1">
            <a:extLst>
              <a:ext uri="{FF2B5EF4-FFF2-40B4-BE49-F238E27FC236}">
                <a16:creationId xmlns:a16="http://schemas.microsoft.com/office/drawing/2014/main" id="{82046C4E-90DA-4347-A96F-BD316B2235F4}"/>
              </a:ext>
            </a:extLst>
          </p:cNvPr>
          <p:cNvSpPr>
            <a:spLocks noGrp="1"/>
          </p:cNvSpPr>
          <p:nvPr>
            <p:ph type="body" sz="quarter" idx="33" hasCustomPrompt="1"/>
          </p:nvPr>
        </p:nvSpPr>
        <p:spPr>
          <a:xfrm>
            <a:off x="379684" y="4107059"/>
            <a:ext cx="2925613" cy="248809"/>
          </a:xfrm>
        </p:spPr>
        <p:txBody>
          <a:bodyPr lIns="0" rIns="0" anchor="ctr">
            <a:noAutofit/>
          </a:bodyPr>
          <a:lstStyle>
            <a:lvl1pPr marL="0" indent="0">
              <a:buNone/>
              <a:defRPr sz="1100" b="0" i="0">
                <a:solidFill>
                  <a:schemeClr val="bg1"/>
                </a:solidFill>
              </a:defRPr>
            </a:lvl1pPr>
          </a:lstStyle>
          <a:p>
            <a:pPr lvl="0"/>
            <a:r>
              <a:rPr lang="en-US" noProof="0"/>
              <a:t>Company Name | Job Title</a:t>
            </a:r>
          </a:p>
        </p:txBody>
      </p:sp>
      <p:sp>
        <p:nvSpPr>
          <p:cNvPr id="108" name="Text Placeholder 8" hidden="1">
            <a:extLst>
              <a:ext uri="{FF2B5EF4-FFF2-40B4-BE49-F238E27FC236}">
                <a16:creationId xmlns:a16="http://schemas.microsoft.com/office/drawing/2014/main" id="{D7E3073B-1F03-B344-9CCF-D116EF964110}"/>
              </a:ext>
            </a:extLst>
          </p:cNvPr>
          <p:cNvSpPr>
            <a:spLocks noGrp="1"/>
          </p:cNvSpPr>
          <p:nvPr>
            <p:ph type="body" sz="quarter" idx="34" hasCustomPrompt="1"/>
          </p:nvPr>
        </p:nvSpPr>
        <p:spPr>
          <a:xfrm>
            <a:off x="379684" y="4398072"/>
            <a:ext cx="2925613" cy="144438"/>
          </a:xfrm>
        </p:spPr>
        <p:txBody>
          <a:bodyPr lIns="0" rIns="0" anchor="ctr">
            <a:noAutofit/>
          </a:bodyPr>
          <a:lstStyle>
            <a:lvl1pPr marL="0" indent="0">
              <a:buNone/>
              <a:defRPr sz="1000" b="0" i="0">
                <a:solidFill>
                  <a:schemeClr val="bg1"/>
                </a:solidFill>
              </a:defRPr>
            </a:lvl1pPr>
          </a:lstStyle>
          <a:p>
            <a:pPr lvl="0"/>
            <a:r>
              <a:rPr lang="en-US" noProof="0"/>
              <a:t>[Dates From]-[To]</a:t>
            </a:r>
          </a:p>
        </p:txBody>
      </p:sp>
      <p:sp>
        <p:nvSpPr>
          <p:cNvPr id="109" name="Text Placeholder 8" hidden="1">
            <a:extLst>
              <a:ext uri="{FF2B5EF4-FFF2-40B4-BE49-F238E27FC236}">
                <a16:creationId xmlns:a16="http://schemas.microsoft.com/office/drawing/2014/main" id="{2EE283F0-AFCD-5741-8C35-207ABF2D6E52}"/>
              </a:ext>
            </a:extLst>
          </p:cNvPr>
          <p:cNvSpPr>
            <a:spLocks noGrp="1"/>
          </p:cNvSpPr>
          <p:nvPr>
            <p:ph type="body" sz="quarter" idx="35" hasCustomPrompt="1"/>
          </p:nvPr>
        </p:nvSpPr>
        <p:spPr>
          <a:xfrm>
            <a:off x="379684" y="4593995"/>
            <a:ext cx="2925612" cy="709398"/>
          </a:xfrm>
        </p:spPr>
        <p:txBody>
          <a:bodyPr lIns="0" tIns="0" rIns="0" anchor="t">
            <a:noAutofit/>
          </a:bodyPr>
          <a:lstStyle>
            <a:lvl1pPr marL="0" indent="0">
              <a:lnSpc>
                <a:spcPct val="100000"/>
              </a:lnSpc>
              <a:buNone/>
              <a:defRPr sz="1000" b="0" i="0">
                <a:solidFill>
                  <a:schemeClr val="bg1"/>
                </a:solidFill>
                <a:latin typeface="+mj-lt"/>
              </a:defRPr>
            </a:lvl1pPr>
          </a:lstStyle>
          <a:p>
            <a:pPr lvl="0"/>
            <a:r>
              <a:rPr lang="en-US" noProof="0"/>
              <a:t>Lorem ipsum dolor sit amet, consectetur adipiscing elit, sed do eiusmod tempor incididunt ut labore et dolore magna aliqua. Ut enim ad minim veniam, quis nostrud exercitation.</a:t>
            </a:r>
          </a:p>
        </p:txBody>
      </p:sp>
      <p:sp>
        <p:nvSpPr>
          <p:cNvPr id="141" name="Text Placeholder 18" hidden="1">
            <a:extLst>
              <a:ext uri="{FF2B5EF4-FFF2-40B4-BE49-F238E27FC236}">
                <a16:creationId xmlns:a16="http://schemas.microsoft.com/office/drawing/2014/main" id="{74300729-6F26-BF4C-84B9-420C9383BB75}"/>
              </a:ext>
            </a:extLst>
          </p:cNvPr>
          <p:cNvSpPr>
            <a:spLocks noGrp="1"/>
          </p:cNvSpPr>
          <p:nvPr>
            <p:ph type="body" sz="quarter" idx="36" hasCustomPrompt="1"/>
          </p:nvPr>
        </p:nvSpPr>
        <p:spPr>
          <a:xfrm>
            <a:off x="3976399" y="7594586"/>
            <a:ext cx="2687637" cy="375733"/>
          </a:xfrm>
        </p:spPr>
        <p:txBody>
          <a:bodyPr lIns="0" rIns="0" anchor="ctr">
            <a:normAutofit/>
          </a:bodyPr>
          <a:lstStyle>
            <a:lvl1pPr marL="0" indent="0">
              <a:buNone/>
              <a:defRPr sz="1400" b="0">
                <a:solidFill>
                  <a:schemeClr val="bg1"/>
                </a:solidFill>
              </a:defRPr>
            </a:lvl1pPr>
            <a:lvl2pPr marL="342900" indent="0">
              <a:buNone/>
              <a:defRPr>
                <a:solidFill>
                  <a:schemeClr val="bg1"/>
                </a:solidFill>
              </a:defRPr>
            </a:lvl2pPr>
            <a:lvl3pPr marL="685800" indent="0">
              <a:buNone/>
              <a:defRPr>
                <a:solidFill>
                  <a:schemeClr val="bg1"/>
                </a:solidFill>
              </a:defRPr>
            </a:lvl3pPr>
            <a:lvl4pPr marL="1028700" indent="0">
              <a:buNone/>
              <a:defRPr>
                <a:solidFill>
                  <a:schemeClr val="bg1"/>
                </a:solidFill>
              </a:defRPr>
            </a:lvl4pPr>
            <a:lvl5pPr marL="1371600" indent="0">
              <a:buNone/>
              <a:defRPr>
                <a:solidFill>
                  <a:schemeClr val="bg1"/>
                </a:solidFill>
              </a:defRPr>
            </a:lvl5pPr>
          </a:lstStyle>
          <a:p>
            <a:pPr lvl="0"/>
            <a:r>
              <a:rPr lang="en-US" noProof="0"/>
              <a:t>[www.website.com]</a:t>
            </a:r>
          </a:p>
        </p:txBody>
      </p:sp>
      <p:sp>
        <p:nvSpPr>
          <p:cNvPr id="142" name="Text Placeholder 18" hidden="1">
            <a:extLst>
              <a:ext uri="{FF2B5EF4-FFF2-40B4-BE49-F238E27FC236}">
                <a16:creationId xmlns:a16="http://schemas.microsoft.com/office/drawing/2014/main" id="{DDE57839-AE02-5A48-BA9C-A372F59A8A9A}"/>
              </a:ext>
            </a:extLst>
          </p:cNvPr>
          <p:cNvSpPr>
            <a:spLocks noGrp="1"/>
          </p:cNvSpPr>
          <p:nvPr>
            <p:ph type="body" sz="quarter" idx="37" hasCustomPrompt="1"/>
          </p:nvPr>
        </p:nvSpPr>
        <p:spPr>
          <a:xfrm>
            <a:off x="3976399" y="8060579"/>
            <a:ext cx="2687637" cy="375733"/>
          </a:xfrm>
        </p:spPr>
        <p:txBody>
          <a:bodyPr lIns="0" rIns="0" anchor="ctr">
            <a:normAutofit/>
          </a:bodyPr>
          <a:lstStyle>
            <a:lvl1pPr marL="0" indent="0">
              <a:buNone/>
              <a:defRPr sz="1400" b="0">
                <a:solidFill>
                  <a:schemeClr val="bg1"/>
                </a:solidFill>
              </a:defRPr>
            </a:lvl1pPr>
            <a:lvl2pPr marL="342900" indent="0">
              <a:buNone/>
              <a:defRPr>
                <a:solidFill>
                  <a:schemeClr val="bg1"/>
                </a:solidFill>
              </a:defRPr>
            </a:lvl2pPr>
            <a:lvl3pPr marL="685800" indent="0">
              <a:buNone/>
              <a:defRPr>
                <a:solidFill>
                  <a:schemeClr val="bg1"/>
                </a:solidFill>
              </a:defRPr>
            </a:lvl3pPr>
            <a:lvl4pPr marL="1028700" indent="0">
              <a:buNone/>
              <a:defRPr>
                <a:solidFill>
                  <a:schemeClr val="bg1"/>
                </a:solidFill>
              </a:defRPr>
            </a:lvl4pPr>
            <a:lvl5pPr marL="1371600" indent="0">
              <a:buNone/>
              <a:defRPr>
                <a:solidFill>
                  <a:schemeClr val="bg1"/>
                </a:solidFill>
              </a:defRPr>
            </a:lvl5pPr>
          </a:lstStyle>
          <a:p>
            <a:pPr lvl="0"/>
            <a:r>
              <a:rPr lang="en-US" noProof="0"/>
              <a:t>[E-mail@e-mail.com]</a:t>
            </a:r>
          </a:p>
        </p:txBody>
      </p:sp>
      <p:sp>
        <p:nvSpPr>
          <p:cNvPr id="143" name="Text Placeholder 18" hidden="1">
            <a:extLst>
              <a:ext uri="{FF2B5EF4-FFF2-40B4-BE49-F238E27FC236}">
                <a16:creationId xmlns:a16="http://schemas.microsoft.com/office/drawing/2014/main" id="{D9890AB4-F0C2-C14A-AE40-76B0671D7726}"/>
              </a:ext>
            </a:extLst>
          </p:cNvPr>
          <p:cNvSpPr>
            <a:spLocks noGrp="1"/>
          </p:cNvSpPr>
          <p:nvPr>
            <p:ph type="body" sz="quarter" idx="38" hasCustomPrompt="1"/>
          </p:nvPr>
        </p:nvSpPr>
        <p:spPr>
          <a:xfrm>
            <a:off x="3976399" y="8531775"/>
            <a:ext cx="2687637" cy="375733"/>
          </a:xfrm>
        </p:spPr>
        <p:txBody>
          <a:bodyPr lIns="0" rIns="0" anchor="ctr">
            <a:normAutofit/>
          </a:bodyPr>
          <a:lstStyle>
            <a:lvl1pPr marL="0" indent="0">
              <a:buNone/>
              <a:defRPr sz="1400" b="0">
                <a:solidFill>
                  <a:schemeClr val="bg1"/>
                </a:solidFill>
              </a:defRPr>
            </a:lvl1pPr>
            <a:lvl2pPr marL="342900" indent="0">
              <a:buNone/>
              <a:defRPr>
                <a:solidFill>
                  <a:schemeClr val="bg1"/>
                </a:solidFill>
              </a:defRPr>
            </a:lvl2pPr>
            <a:lvl3pPr marL="685800" indent="0">
              <a:buNone/>
              <a:defRPr>
                <a:solidFill>
                  <a:schemeClr val="bg1"/>
                </a:solidFill>
              </a:defRPr>
            </a:lvl3pPr>
            <a:lvl4pPr marL="1028700" indent="0">
              <a:buNone/>
              <a:defRPr>
                <a:solidFill>
                  <a:schemeClr val="bg1"/>
                </a:solidFill>
              </a:defRPr>
            </a:lvl4pPr>
            <a:lvl5pPr marL="1371600" indent="0">
              <a:buNone/>
              <a:defRPr>
                <a:solidFill>
                  <a:schemeClr val="bg1"/>
                </a:solidFill>
              </a:defRPr>
            </a:lvl5pPr>
          </a:lstStyle>
          <a:p>
            <a:pPr lvl="0"/>
            <a:r>
              <a:rPr lang="en-US" noProof="0"/>
              <a:t>[Phone Number]</a:t>
            </a:r>
          </a:p>
        </p:txBody>
      </p:sp>
      <p:sp>
        <p:nvSpPr>
          <p:cNvPr id="306" name="Text Placeholder 25" hidden="1">
            <a:extLst>
              <a:ext uri="{FF2B5EF4-FFF2-40B4-BE49-F238E27FC236}">
                <a16:creationId xmlns:a16="http://schemas.microsoft.com/office/drawing/2014/main" id="{F296C2BF-1825-2C45-A87E-72A783A27BCE}"/>
              </a:ext>
            </a:extLst>
          </p:cNvPr>
          <p:cNvSpPr>
            <a:spLocks noGrp="1"/>
          </p:cNvSpPr>
          <p:nvPr>
            <p:ph type="body" sz="quarter" idx="41" hasCustomPrompt="1"/>
          </p:nvPr>
        </p:nvSpPr>
        <p:spPr>
          <a:xfrm>
            <a:off x="5410200" y="4355868"/>
            <a:ext cx="1327150" cy="149225"/>
          </a:xfrm>
        </p:spPr>
        <p:txBody>
          <a:bodyPr lIns="0" rIns="0" anchor="ctr">
            <a:noAutofit/>
          </a:bodyPr>
          <a:lstStyle>
            <a:lvl1pPr marL="0" indent="0">
              <a:buNone/>
              <a:defRPr sz="1000">
                <a:solidFill>
                  <a:schemeClr val="bg1"/>
                </a:solidFill>
                <a:latin typeface="+mj-lt"/>
              </a:defRPr>
            </a:lvl1pPr>
            <a:lvl2pPr marL="342900" indent="0">
              <a:buNone/>
              <a:defRPr sz="1000">
                <a:solidFill>
                  <a:schemeClr val="bg1"/>
                </a:solidFill>
                <a:latin typeface="+mj-lt"/>
              </a:defRPr>
            </a:lvl2pPr>
            <a:lvl3pPr marL="685800" indent="0">
              <a:buNone/>
              <a:defRPr sz="1000">
                <a:solidFill>
                  <a:schemeClr val="bg1"/>
                </a:solidFill>
                <a:latin typeface="+mj-lt"/>
              </a:defRPr>
            </a:lvl3pPr>
            <a:lvl4pPr marL="1028700" indent="0">
              <a:buNone/>
              <a:defRPr sz="1000">
                <a:solidFill>
                  <a:schemeClr val="bg1"/>
                </a:solidFill>
                <a:latin typeface="+mj-lt"/>
              </a:defRPr>
            </a:lvl4pPr>
            <a:lvl5pPr marL="1371600" indent="0">
              <a:buNone/>
              <a:defRPr sz="1000">
                <a:solidFill>
                  <a:schemeClr val="bg1"/>
                </a:solidFill>
                <a:latin typeface="+mj-lt"/>
              </a:defRPr>
            </a:lvl5pPr>
          </a:lstStyle>
          <a:p>
            <a:pPr lvl="0"/>
            <a:r>
              <a:rPr lang="en-US" noProof="0"/>
              <a:t>POWERPOINT</a:t>
            </a:r>
          </a:p>
        </p:txBody>
      </p:sp>
      <p:sp>
        <p:nvSpPr>
          <p:cNvPr id="310" name="Text Placeholder 25" hidden="1">
            <a:extLst>
              <a:ext uri="{FF2B5EF4-FFF2-40B4-BE49-F238E27FC236}">
                <a16:creationId xmlns:a16="http://schemas.microsoft.com/office/drawing/2014/main" id="{847127D0-A2CA-244C-B0BB-449CC673F06E}"/>
              </a:ext>
            </a:extLst>
          </p:cNvPr>
          <p:cNvSpPr>
            <a:spLocks noGrp="1"/>
          </p:cNvSpPr>
          <p:nvPr>
            <p:ph type="body" sz="quarter" idx="42" hasCustomPrompt="1"/>
          </p:nvPr>
        </p:nvSpPr>
        <p:spPr>
          <a:xfrm>
            <a:off x="5410200" y="4531709"/>
            <a:ext cx="1327150" cy="149225"/>
          </a:xfrm>
        </p:spPr>
        <p:txBody>
          <a:bodyPr lIns="0" rIns="0" anchor="ctr">
            <a:noAutofit/>
          </a:bodyPr>
          <a:lstStyle>
            <a:lvl1pPr marL="0" indent="0">
              <a:buNone/>
              <a:defRPr sz="1000">
                <a:solidFill>
                  <a:schemeClr val="bg1"/>
                </a:solidFill>
                <a:latin typeface="+mj-lt"/>
              </a:defRPr>
            </a:lvl1pPr>
            <a:lvl2pPr marL="342900" indent="0">
              <a:buNone/>
              <a:defRPr sz="1000">
                <a:solidFill>
                  <a:schemeClr val="bg1"/>
                </a:solidFill>
                <a:latin typeface="+mj-lt"/>
              </a:defRPr>
            </a:lvl2pPr>
            <a:lvl3pPr marL="685800" indent="0">
              <a:buNone/>
              <a:defRPr sz="1000">
                <a:solidFill>
                  <a:schemeClr val="bg1"/>
                </a:solidFill>
                <a:latin typeface="+mj-lt"/>
              </a:defRPr>
            </a:lvl3pPr>
            <a:lvl4pPr marL="1028700" indent="0">
              <a:buNone/>
              <a:defRPr sz="1000">
                <a:solidFill>
                  <a:schemeClr val="bg1"/>
                </a:solidFill>
                <a:latin typeface="+mj-lt"/>
              </a:defRPr>
            </a:lvl4pPr>
            <a:lvl5pPr marL="1371600" indent="0">
              <a:buNone/>
              <a:defRPr sz="1000">
                <a:solidFill>
                  <a:schemeClr val="bg1"/>
                </a:solidFill>
                <a:latin typeface="+mj-lt"/>
              </a:defRPr>
            </a:lvl5pPr>
          </a:lstStyle>
          <a:p>
            <a:pPr lvl="0"/>
            <a:r>
              <a:rPr lang="en-US" noProof="0"/>
              <a:t>SOCIAL MEDIA</a:t>
            </a:r>
          </a:p>
        </p:txBody>
      </p:sp>
      <p:sp>
        <p:nvSpPr>
          <p:cNvPr id="312" name="Text Placeholder 25" hidden="1">
            <a:extLst>
              <a:ext uri="{FF2B5EF4-FFF2-40B4-BE49-F238E27FC236}">
                <a16:creationId xmlns:a16="http://schemas.microsoft.com/office/drawing/2014/main" id="{977FAA94-5605-AD4B-8EC7-19418B74B7FC}"/>
              </a:ext>
            </a:extLst>
          </p:cNvPr>
          <p:cNvSpPr>
            <a:spLocks noGrp="1"/>
          </p:cNvSpPr>
          <p:nvPr>
            <p:ph type="body" sz="quarter" idx="43" hasCustomPrompt="1"/>
          </p:nvPr>
        </p:nvSpPr>
        <p:spPr>
          <a:xfrm>
            <a:off x="5410200" y="4702427"/>
            <a:ext cx="1327150" cy="149225"/>
          </a:xfrm>
        </p:spPr>
        <p:txBody>
          <a:bodyPr lIns="0" rIns="0" anchor="ctr">
            <a:noAutofit/>
          </a:bodyPr>
          <a:lstStyle>
            <a:lvl1pPr marL="0" indent="0">
              <a:buNone/>
              <a:defRPr sz="1000">
                <a:solidFill>
                  <a:schemeClr val="bg1"/>
                </a:solidFill>
                <a:latin typeface="+mj-lt"/>
              </a:defRPr>
            </a:lvl1pPr>
            <a:lvl2pPr marL="342900" indent="0">
              <a:buNone/>
              <a:defRPr sz="1000">
                <a:solidFill>
                  <a:schemeClr val="bg1"/>
                </a:solidFill>
                <a:latin typeface="+mj-lt"/>
              </a:defRPr>
            </a:lvl2pPr>
            <a:lvl3pPr marL="685800" indent="0">
              <a:buNone/>
              <a:defRPr sz="1000">
                <a:solidFill>
                  <a:schemeClr val="bg1"/>
                </a:solidFill>
                <a:latin typeface="+mj-lt"/>
              </a:defRPr>
            </a:lvl3pPr>
            <a:lvl4pPr marL="1028700" indent="0">
              <a:buNone/>
              <a:defRPr sz="1000">
                <a:solidFill>
                  <a:schemeClr val="bg1"/>
                </a:solidFill>
                <a:latin typeface="+mj-lt"/>
              </a:defRPr>
            </a:lvl4pPr>
            <a:lvl5pPr marL="1371600" indent="0">
              <a:buNone/>
              <a:defRPr sz="1000">
                <a:solidFill>
                  <a:schemeClr val="bg1"/>
                </a:solidFill>
                <a:latin typeface="+mj-lt"/>
              </a:defRPr>
            </a:lvl5pPr>
          </a:lstStyle>
          <a:p>
            <a:pPr lvl="0"/>
            <a:r>
              <a:rPr lang="en-US" noProof="0"/>
              <a:t>TEAM MANAGEMENT</a:t>
            </a:r>
          </a:p>
        </p:txBody>
      </p:sp>
      <p:sp>
        <p:nvSpPr>
          <p:cNvPr id="317" name="Text Placeholder 25" hidden="1">
            <a:extLst>
              <a:ext uri="{FF2B5EF4-FFF2-40B4-BE49-F238E27FC236}">
                <a16:creationId xmlns:a16="http://schemas.microsoft.com/office/drawing/2014/main" id="{55B31FD5-2D4E-FB40-8D3B-9D64BB06ACEB}"/>
              </a:ext>
            </a:extLst>
          </p:cNvPr>
          <p:cNvSpPr>
            <a:spLocks noGrp="1"/>
          </p:cNvSpPr>
          <p:nvPr>
            <p:ph type="body" sz="quarter" idx="44" hasCustomPrompt="1"/>
          </p:nvPr>
        </p:nvSpPr>
        <p:spPr>
          <a:xfrm>
            <a:off x="5410200" y="4191906"/>
            <a:ext cx="1327150" cy="149225"/>
          </a:xfrm>
        </p:spPr>
        <p:txBody>
          <a:bodyPr lIns="0" rIns="0" anchor="ctr">
            <a:noAutofit/>
          </a:bodyPr>
          <a:lstStyle>
            <a:lvl1pPr marL="0" indent="0">
              <a:buNone/>
              <a:defRPr sz="1000">
                <a:solidFill>
                  <a:schemeClr val="bg1"/>
                </a:solidFill>
                <a:latin typeface="+mj-lt"/>
              </a:defRPr>
            </a:lvl1pPr>
            <a:lvl2pPr marL="342900" indent="0">
              <a:buNone/>
              <a:defRPr sz="1000">
                <a:solidFill>
                  <a:schemeClr val="bg1"/>
                </a:solidFill>
                <a:latin typeface="+mj-lt"/>
              </a:defRPr>
            </a:lvl2pPr>
            <a:lvl3pPr marL="685800" indent="0">
              <a:buNone/>
              <a:defRPr sz="1000">
                <a:solidFill>
                  <a:schemeClr val="bg1"/>
                </a:solidFill>
                <a:latin typeface="+mj-lt"/>
              </a:defRPr>
            </a:lvl3pPr>
            <a:lvl4pPr marL="1028700" indent="0">
              <a:buNone/>
              <a:defRPr sz="1000">
                <a:solidFill>
                  <a:schemeClr val="bg1"/>
                </a:solidFill>
                <a:latin typeface="+mj-lt"/>
              </a:defRPr>
            </a:lvl4pPr>
            <a:lvl5pPr marL="1371600" indent="0">
              <a:buNone/>
              <a:defRPr sz="1000">
                <a:solidFill>
                  <a:schemeClr val="bg1"/>
                </a:solidFill>
                <a:latin typeface="+mj-lt"/>
              </a:defRPr>
            </a:lvl5pPr>
          </a:lstStyle>
          <a:p>
            <a:pPr lvl="0"/>
            <a:r>
              <a:rPr lang="en-US" noProof="0"/>
              <a:t>EXCEL</a:t>
            </a:r>
          </a:p>
        </p:txBody>
      </p:sp>
      <p:sp>
        <p:nvSpPr>
          <p:cNvPr id="318" name="Text Placeholder 25" hidden="1">
            <a:extLst>
              <a:ext uri="{FF2B5EF4-FFF2-40B4-BE49-F238E27FC236}">
                <a16:creationId xmlns:a16="http://schemas.microsoft.com/office/drawing/2014/main" id="{ACC18595-C5AA-D643-9CE9-8E035BE3CBCF}"/>
              </a:ext>
            </a:extLst>
          </p:cNvPr>
          <p:cNvSpPr>
            <a:spLocks noGrp="1"/>
          </p:cNvSpPr>
          <p:nvPr>
            <p:ph type="body" sz="quarter" idx="45" hasCustomPrompt="1"/>
          </p:nvPr>
        </p:nvSpPr>
        <p:spPr>
          <a:xfrm>
            <a:off x="5410200" y="4009026"/>
            <a:ext cx="1327150" cy="149225"/>
          </a:xfrm>
        </p:spPr>
        <p:txBody>
          <a:bodyPr lIns="0" rIns="0" anchor="ctr">
            <a:noAutofit/>
          </a:bodyPr>
          <a:lstStyle>
            <a:lvl1pPr marL="0" indent="0">
              <a:buNone/>
              <a:defRPr sz="1000">
                <a:solidFill>
                  <a:schemeClr val="bg1"/>
                </a:solidFill>
                <a:latin typeface="+mj-lt"/>
              </a:defRPr>
            </a:lvl1pPr>
            <a:lvl2pPr marL="342900" indent="0">
              <a:buNone/>
              <a:defRPr sz="1000">
                <a:solidFill>
                  <a:schemeClr val="bg1"/>
                </a:solidFill>
                <a:latin typeface="+mj-lt"/>
              </a:defRPr>
            </a:lvl2pPr>
            <a:lvl3pPr marL="685800" indent="0">
              <a:buNone/>
              <a:defRPr sz="1000">
                <a:solidFill>
                  <a:schemeClr val="bg1"/>
                </a:solidFill>
                <a:latin typeface="+mj-lt"/>
              </a:defRPr>
            </a:lvl3pPr>
            <a:lvl4pPr marL="1028700" indent="0">
              <a:buNone/>
              <a:defRPr sz="1000">
                <a:solidFill>
                  <a:schemeClr val="bg1"/>
                </a:solidFill>
                <a:latin typeface="+mj-lt"/>
              </a:defRPr>
            </a:lvl4pPr>
            <a:lvl5pPr marL="1371600" indent="0">
              <a:buNone/>
              <a:defRPr sz="1000">
                <a:solidFill>
                  <a:schemeClr val="bg1"/>
                </a:solidFill>
                <a:latin typeface="+mj-lt"/>
              </a:defRPr>
            </a:lvl5pPr>
          </a:lstStyle>
          <a:p>
            <a:pPr lvl="0"/>
            <a:r>
              <a:rPr lang="en-US" noProof="0"/>
              <a:t>WORD</a:t>
            </a:r>
          </a:p>
        </p:txBody>
      </p:sp>
      <p:sp>
        <p:nvSpPr>
          <p:cNvPr id="336" name="Text Placeholder 25" hidden="1">
            <a:extLst>
              <a:ext uri="{FF2B5EF4-FFF2-40B4-BE49-F238E27FC236}">
                <a16:creationId xmlns:a16="http://schemas.microsoft.com/office/drawing/2014/main" id="{8AE7172C-56DA-214E-A8DD-40FE03883127}"/>
              </a:ext>
            </a:extLst>
          </p:cNvPr>
          <p:cNvSpPr>
            <a:spLocks noGrp="1"/>
          </p:cNvSpPr>
          <p:nvPr>
            <p:ph type="body" sz="quarter" idx="46" hasCustomPrompt="1"/>
          </p:nvPr>
        </p:nvSpPr>
        <p:spPr>
          <a:xfrm>
            <a:off x="5410200" y="5384539"/>
            <a:ext cx="1327150" cy="187142"/>
          </a:xfrm>
        </p:spPr>
        <p:txBody>
          <a:bodyPr lIns="0" rIns="0" anchor="ctr">
            <a:noAutofit/>
          </a:bodyPr>
          <a:lstStyle>
            <a:lvl1pPr marL="0" indent="0">
              <a:buNone/>
              <a:defRPr sz="1000">
                <a:solidFill>
                  <a:schemeClr val="bg1"/>
                </a:solidFill>
                <a:latin typeface="+mj-lt"/>
              </a:defRPr>
            </a:lvl1pPr>
            <a:lvl2pPr marL="342900" indent="0">
              <a:buNone/>
              <a:defRPr sz="1000">
                <a:solidFill>
                  <a:schemeClr val="bg1"/>
                </a:solidFill>
                <a:latin typeface="+mj-lt"/>
              </a:defRPr>
            </a:lvl2pPr>
            <a:lvl3pPr marL="685800" indent="0">
              <a:buNone/>
              <a:defRPr sz="1000">
                <a:solidFill>
                  <a:schemeClr val="bg1"/>
                </a:solidFill>
                <a:latin typeface="+mj-lt"/>
              </a:defRPr>
            </a:lvl3pPr>
            <a:lvl4pPr marL="1028700" indent="0">
              <a:buNone/>
              <a:defRPr sz="1000">
                <a:solidFill>
                  <a:schemeClr val="bg1"/>
                </a:solidFill>
                <a:latin typeface="+mj-lt"/>
              </a:defRPr>
            </a:lvl4pPr>
            <a:lvl5pPr marL="1371600" indent="0">
              <a:buNone/>
              <a:defRPr sz="1000">
                <a:solidFill>
                  <a:schemeClr val="bg1"/>
                </a:solidFill>
                <a:latin typeface="+mj-lt"/>
              </a:defRPr>
            </a:lvl5pPr>
          </a:lstStyle>
          <a:p>
            <a:pPr lvl="0"/>
            <a:r>
              <a:rPr lang="en-US" noProof="0"/>
              <a:t>ENGLISH</a:t>
            </a:r>
          </a:p>
        </p:txBody>
      </p:sp>
      <p:sp>
        <p:nvSpPr>
          <p:cNvPr id="337" name="Text Placeholder 25" hidden="1">
            <a:extLst>
              <a:ext uri="{FF2B5EF4-FFF2-40B4-BE49-F238E27FC236}">
                <a16:creationId xmlns:a16="http://schemas.microsoft.com/office/drawing/2014/main" id="{A97B1250-9241-564A-A4AB-2492DD96A3E1}"/>
              </a:ext>
            </a:extLst>
          </p:cNvPr>
          <p:cNvSpPr>
            <a:spLocks noGrp="1"/>
          </p:cNvSpPr>
          <p:nvPr>
            <p:ph type="body" sz="quarter" idx="47" hasCustomPrompt="1"/>
          </p:nvPr>
        </p:nvSpPr>
        <p:spPr>
          <a:xfrm>
            <a:off x="5410200" y="5652555"/>
            <a:ext cx="1327150" cy="187142"/>
          </a:xfrm>
        </p:spPr>
        <p:txBody>
          <a:bodyPr lIns="0" rIns="0" anchor="ctr">
            <a:noAutofit/>
          </a:bodyPr>
          <a:lstStyle>
            <a:lvl1pPr marL="0" indent="0">
              <a:buNone/>
              <a:defRPr sz="1000">
                <a:solidFill>
                  <a:schemeClr val="bg1"/>
                </a:solidFill>
                <a:latin typeface="+mj-lt"/>
              </a:defRPr>
            </a:lvl1pPr>
            <a:lvl2pPr marL="342900" indent="0">
              <a:buNone/>
              <a:defRPr sz="1000">
                <a:solidFill>
                  <a:schemeClr val="bg1"/>
                </a:solidFill>
                <a:latin typeface="+mj-lt"/>
              </a:defRPr>
            </a:lvl2pPr>
            <a:lvl3pPr marL="685800" indent="0">
              <a:buNone/>
              <a:defRPr sz="1000">
                <a:solidFill>
                  <a:schemeClr val="bg1"/>
                </a:solidFill>
                <a:latin typeface="+mj-lt"/>
              </a:defRPr>
            </a:lvl3pPr>
            <a:lvl4pPr marL="1028700" indent="0">
              <a:buNone/>
              <a:defRPr sz="1000">
                <a:solidFill>
                  <a:schemeClr val="bg1"/>
                </a:solidFill>
                <a:latin typeface="+mj-lt"/>
              </a:defRPr>
            </a:lvl4pPr>
            <a:lvl5pPr marL="1371600" indent="0">
              <a:buNone/>
              <a:defRPr sz="1000">
                <a:solidFill>
                  <a:schemeClr val="bg1"/>
                </a:solidFill>
                <a:latin typeface="+mj-lt"/>
              </a:defRPr>
            </a:lvl5pPr>
          </a:lstStyle>
          <a:p>
            <a:pPr lvl="0"/>
            <a:r>
              <a:rPr lang="en-US" noProof="0"/>
              <a:t>FRENCH</a:t>
            </a:r>
          </a:p>
        </p:txBody>
      </p:sp>
      <p:sp>
        <p:nvSpPr>
          <p:cNvPr id="338" name="Text Placeholder 25" hidden="1">
            <a:extLst>
              <a:ext uri="{FF2B5EF4-FFF2-40B4-BE49-F238E27FC236}">
                <a16:creationId xmlns:a16="http://schemas.microsoft.com/office/drawing/2014/main" id="{B200B1D1-4434-5E49-8BFF-B6FF720E1DD5}"/>
              </a:ext>
            </a:extLst>
          </p:cNvPr>
          <p:cNvSpPr>
            <a:spLocks noGrp="1"/>
          </p:cNvSpPr>
          <p:nvPr>
            <p:ph type="body" sz="quarter" idx="48" hasCustomPrompt="1"/>
          </p:nvPr>
        </p:nvSpPr>
        <p:spPr>
          <a:xfrm>
            <a:off x="5410200" y="5922990"/>
            <a:ext cx="1327150" cy="187142"/>
          </a:xfrm>
        </p:spPr>
        <p:txBody>
          <a:bodyPr lIns="0" rIns="0" anchor="ctr">
            <a:noAutofit/>
          </a:bodyPr>
          <a:lstStyle>
            <a:lvl1pPr marL="0" indent="0">
              <a:buNone/>
              <a:defRPr sz="1000">
                <a:solidFill>
                  <a:schemeClr val="bg1"/>
                </a:solidFill>
                <a:latin typeface="+mj-lt"/>
              </a:defRPr>
            </a:lvl1pPr>
            <a:lvl2pPr marL="342900" indent="0">
              <a:buNone/>
              <a:defRPr sz="1000">
                <a:solidFill>
                  <a:schemeClr val="bg1"/>
                </a:solidFill>
                <a:latin typeface="+mj-lt"/>
              </a:defRPr>
            </a:lvl2pPr>
            <a:lvl3pPr marL="685800" indent="0">
              <a:buNone/>
              <a:defRPr sz="1000">
                <a:solidFill>
                  <a:schemeClr val="bg1"/>
                </a:solidFill>
                <a:latin typeface="+mj-lt"/>
              </a:defRPr>
            </a:lvl3pPr>
            <a:lvl4pPr marL="1028700" indent="0">
              <a:buNone/>
              <a:defRPr sz="1000">
                <a:solidFill>
                  <a:schemeClr val="bg1"/>
                </a:solidFill>
                <a:latin typeface="+mj-lt"/>
              </a:defRPr>
            </a:lvl4pPr>
            <a:lvl5pPr marL="1371600" indent="0">
              <a:buNone/>
              <a:defRPr sz="1000">
                <a:solidFill>
                  <a:schemeClr val="bg1"/>
                </a:solidFill>
                <a:latin typeface="+mj-lt"/>
              </a:defRPr>
            </a:lvl5pPr>
          </a:lstStyle>
          <a:p>
            <a:pPr lvl="0"/>
            <a:r>
              <a:rPr lang="en-US" noProof="0"/>
              <a:t>SPANISH</a:t>
            </a:r>
          </a:p>
        </p:txBody>
      </p:sp>
      <p:sp>
        <p:nvSpPr>
          <p:cNvPr id="339" name="Text Placeholder 25" hidden="1">
            <a:extLst>
              <a:ext uri="{FF2B5EF4-FFF2-40B4-BE49-F238E27FC236}">
                <a16:creationId xmlns:a16="http://schemas.microsoft.com/office/drawing/2014/main" id="{C4DC3A9C-1AC5-5343-ACF6-AFB45AB7A464}"/>
              </a:ext>
            </a:extLst>
          </p:cNvPr>
          <p:cNvSpPr>
            <a:spLocks noGrp="1"/>
          </p:cNvSpPr>
          <p:nvPr>
            <p:ph type="body" sz="quarter" idx="49" hasCustomPrompt="1"/>
          </p:nvPr>
        </p:nvSpPr>
        <p:spPr>
          <a:xfrm>
            <a:off x="597877" y="8147512"/>
            <a:ext cx="1449583" cy="262769"/>
          </a:xfrm>
        </p:spPr>
        <p:txBody>
          <a:bodyPr lIns="0" rIns="0" anchor="ctr">
            <a:noAutofit/>
          </a:bodyPr>
          <a:lstStyle>
            <a:lvl1pPr marL="0" indent="0">
              <a:buNone/>
              <a:defRPr sz="1000">
                <a:solidFill>
                  <a:schemeClr val="bg1"/>
                </a:solidFill>
                <a:latin typeface="+mj-lt"/>
              </a:defRPr>
            </a:lvl1pPr>
            <a:lvl2pPr marL="342900" indent="0">
              <a:buNone/>
              <a:defRPr sz="1000">
                <a:solidFill>
                  <a:schemeClr val="bg1"/>
                </a:solidFill>
                <a:latin typeface="+mj-lt"/>
              </a:defRPr>
            </a:lvl2pPr>
            <a:lvl3pPr marL="685800" indent="0">
              <a:buNone/>
              <a:defRPr sz="1000">
                <a:solidFill>
                  <a:schemeClr val="bg1"/>
                </a:solidFill>
                <a:latin typeface="+mj-lt"/>
              </a:defRPr>
            </a:lvl3pPr>
            <a:lvl4pPr marL="1028700" indent="0">
              <a:buNone/>
              <a:defRPr sz="1000">
                <a:solidFill>
                  <a:schemeClr val="bg1"/>
                </a:solidFill>
                <a:latin typeface="+mj-lt"/>
              </a:defRPr>
            </a:lvl4pPr>
            <a:lvl5pPr marL="1371600" indent="0">
              <a:buNone/>
              <a:defRPr sz="1000">
                <a:solidFill>
                  <a:schemeClr val="bg1"/>
                </a:solidFill>
                <a:latin typeface="+mj-lt"/>
              </a:defRPr>
            </a:lvl5pPr>
          </a:lstStyle>
          <a:p>
            <a:pPr lvl="0"/>
            <a:r>
              <a:rPr lang="en-US" noProof="0"/>
              <a:t>MANAGEMENT</a:t>
            </a:r>
          </a:p>
        </p:txBody>
      </p:sp>
      <p:sp>
        <p:nvSpPr>
          <p:cNvPr id="340" name="Text Placeholder 25" hidden="1">
            <a:extLst>
              <a:ext uri="{FF2B5EF4-FFF2-40B4-BE49-F238E27FC236}">
                <a16:creationId xmlns:a16="http://schemas.microsoft.com/office/drawing/2014/main" id="{6004AFFB-6BAF-924B-A5F2-CA7B7E10E574}"/>
              </a:ext>
            </a:extLst>
          </p:cNvPr>
          <p:cNvSpPr>
            <a:spLocks noGrp="1"/>
          </p:cNvSpPr>
          <p:nvPr>
            <p:ph type="body" sz="quarter" idx="50" hasCustomPrompt="1"/>
          </p:nvPr>
        </p:nvSpPr>
        <p:spPr>
          <a:xfrm>
            <a:off x="597877" y="8415528"/>
            <a:ext cx="1449583" cy="262769"/>
          </a:xfrm>
        </p:spPr>
        <p:txBody>
          <a:bodyPr lIns="0" rIns="0" anchor="ctr">
            <a:noAutofit/>
          </a:bodyPr>
          <a:lstStyle>
            <a:lvl1pPr marL="0" indent="0">
              <a:buNone/>
              <a:defRPr sz="1000">
                <a:solidFill>
                  <a:schemeClr val="bg1"/>
                </a:solidFill>
                <a:latin typeface="+mj-lt"/>
              </a:defRPr>
            </a:lvl1pPr>
            <a:lvl2pPr marL="342900" indent="0">
              <a:buNone/>
              <a:defRPr sz="1000">
                <a:solidFill>
                  <a:schemeClr val="bg1"/>
                </a:solidFill>
                <a:latin typeface="+mj-lt"/>
              </a:defRPr>
            </a:lvl2pPr>
            <a:lvl3pPr marL="685800" indent="0">
              <a:buNone/>
              <a:defRPr sz="1000">
                <a:solidFill>
                  <a:schemeClr val="bg1"/>
                </a:solidFill>
                <a:latin typeface="+mj-lt"/>
              </a:defRPr>
            </a:lvl3pPr>
            <a:lvl4pPr marL="1028700" indent="0">
              <a:buNone/>
              <a:defRPr sz="1000">
                <a:solidFill>
                  <a:schemeClr val="bg1"/>
                </a:solidFill>
                <a:latin typeface="+mj-lt"/>
              </a:defRPr>
            </a:lvl4pPr>
            <a:lvl5pPr marL="1371600" indent="0">
              <a:buNone/>
              <a:defRPr sz="1000">
                <a:solidFill>
                  <a:schemeClr val="bg1"/>
                </a:solidFill>
                <a:latin typeface="+mj-lt"/>
              </a:defRPr>
            </a:lvl5pPr>
          </a:lstStyle>
          <a:p>
            <a:pPr lvl="0"/>
            <a:r>
              <a:rPr lang="en-US" noProof="0"/>
              <a:t>DESIGN</a:t>
            </a:r>
          </a:p>
        </p:txBody>
      </p:sp>
      <p:sp>
        <p:nvSpPr>
          <p:cNvPr id="341" name="Text Placeholder 25" hidden="1">
            <a:extLst>
              <a:ext uri="{FF2B5EF4-FFF2-40B4-BE49-F238E27FC236}">
                <a16:creationId xmlns:a16="http://schemas.microsoft.com/office/drawing/2014/main" id="{1E9B43B5-9A43-B448-95A4-FDD649321FCA}"/>
              </a:ext>
            </a:extLst>
          </p:cNvPr>
          <p:cNvSpPr>
            <a:spLocks noGrp="1"/>
          </p:cNvSpPr>
          <p:nvPr>
            <p:ph type="body" sz="quarter" idx="51" hasCustomPrompt="1"/>
          </p:nvPr>
        </p:nvSpPr>
        <p:spPr>
          <a:xfrm>
            <a:off x="597877" y="8697907"/>
            <a:ext cx="1449583" cy="238881"/>
          </a:xfrm>
        </p:spPr>
        <p:txBody>
          <a:bodyPr lIns="0" rIns="0" anchor="ctr">
            <a:noAutofit/>
          </a:bodyPr>
          <a:lstStyle>
            <a:lvl1pPr marL="0" indent="0">
              <a:buNone/>
              <a:defRPr sz="1000">
                <a:solidFill>
                  <a:schemeClr val="bg1"/>
                </a:solidFill>
                <a:latin typeface="+mj-lt"/>
              </a:defRPr>
            </a:lvl1pPr>
            <a:lvl2pPr marL="342900" indent="0">
              <a:buNone/>
              <a:defRPr sz="1000">
                <a:solidFill>
                  <a:schemeClr val="bg1"/>
                </a:solidFill>
                <a:latin typeface="+mj-lt"/>
              </a:defRPr>
            </a:lvl2pPr>
            <a:lvl3pPr marL="685800" indent="0">
              <a:buNone/>
              <a:defRPr sz="1000">
                <a:solidFill>
                  <a:schemeClr val="bg1"/>
                </a:solidFill>
                <a:latin typeface="+mj-lt"/>
              </a:defRPr>
            </a:lvl3pPr>
            <a:lvl4pPr marL="1028700" indent="0">
              <a:buNone/>
              <a:defRPr sz="1000">
                <a:solidFill>
                  <a:schemeClr val="bg1"/>
                </a:solidFill>
                <a:latin typeface="+mj-lt"/>
              </a:defRPr>
            </a:lvl4pPr>
            <a:lvl5pPr marL="1371600" indent="0">
              <a:buNone/>
              <a:defRPr sz="1000">
                <a:solidFill>
                  <a:schemeClr val="bg1"/>
                </a:solidFill>
                <a:latin typeface="+mj-lt"/>
              </a:defRPr>
            </a:lvl5pPr>
          </a:lstStyle>
          <a:p>
            <a:pPr lvl="0"/>
            <a:r>
              <a:rPr lang="en-US" noProof="0"/>
              <a:t>DEVELOPMENT</a:t>
            </a:r>
          </a:p>
        </p:txBody>
      </p:sp>
      <p:sp>
        <p:nvSpPr>
          <p:cNvPr id="342" name="Text Placeholder 25" hidden="1">
            <a:extLst>
              <a:ext uri="{FF2B5EF4-FFF2-40B4-BE49-F238E27FC236}">
                <a16:creationId xmlns:a16="http://schemas.microsoft.com/office/drawing/2014/main" id="{1ACF054A-3D21-D642-B4C6-DB5BDAC19274}"/>
              </a:ext>
            </a:extLst>
          </p:cNvPr>
          <p:cNvSpPr>
            <a:spLocks noGrp="1"/>
          </p:cNvSpPr>
          <p:nvPr>
            <p:ph type="body" sz="quarter" idx="52" hasCustomPrompt="1"/>
          </p:nvPr>
        </p:nvSpPr>
        <p:spPr>
          <a:xfrm>
            <a:off x="597877" y="7593880"/>
            <a:ext cx="1449583" cy="289046"/>
          </a:xfrm>
        </p:spPr>
        <p:txBody>
          <a:bodyPr lIns="0" rIns="0" anchor="ctr">
            <a:noAutofit/>
          </a:bodyPr>
          <a:lstStyle>
            <a:lvl1pPr marL="0" indent="0">
              <a:buNone/>
              <a:defRPr sz="1200">
                <a:solidFill>
                  <a:schemeClr val="bg1"/>
                </a:solidFill>
                <a:latin typeface="+mn-lt"/>
              </a:defRPr>
            </a:lvl1pPr>
            <a:lvl2pPr marL="342900" indent="0">
              <a:buNone/>
              <a:defRPr sz="1000">
                <a:solidFill>
                  <a:schemeClr val="bg1"/>
                </a:solidFill>
                <a:latin typeface="+mj-lt"/>
              </a:defRPr>
            </a:lvl2pPr>
            <a:lvl3pPr marL="685800" indent="0">
              <a:buNone/>
              <a:defRPr sz="1000">
                <a:solidFill>
                  <a:schemeClr val="bg1"/>
                </a:solidFill>
                <a:latin typeface="+mj-lt"/>
              </a:defRPr>
            </a:lvl3pPr>
            <a:lvl4pPr marL="1028700" indent="0">
              <a:buNone/>
              <a:defRPr sz="1000">
                <a:solidFill>
                  <a:schemeClr val="bg1"/>
                </a:solidFill>
                <a:latin typeface="+mj-lt"/>
              </a:defRPr>
            </a:lvl4pPr>
            <a:lvl5pPr marL="1371600" indent="0">
              <a:buNone/>
              <a:defRPr sz="1000">
                <a:solidFill>
                  <a:schemeClr val="bg1"/>
                </a:solidFill>
                <a:latin typeface="+mj-lt"/>
              </a:defRPr>
            </a:lvl5pPr>
          </a:lstStyle>
          <a:p>
            <a:pPr lvl="0"/>
            <a:r>
              <a:rPr lang="en-US" noProof="0"/>
              <a:t>ABILITIES</a:t>
            </a:r>
          </a:p>
        </p:txBody>
      </p:sp>
      <p:sp>
        <p:nvSpPr>
          <p:cNvPr id="343" name="Text Placeholder 25" hidden="1">
            <a:extLst>
              <a:ext uri="{FF2B5EF4-FFF2-40B4-BE49-F238E27FC236}">
                <a16:creationId xmlns:a16="http://schemas.microsoft.com/office/drawing/2014/main" id="{7C941C70-D057-D04B-BD74-348163471A70}"/>
              </a:ext>
            </a:extLst>
          </p:cNvPr>
          <p:cNvSpPr>
            <a:spLocks noGrp="1"/>
          </p:cNvSpPr>
          <p:nvPr>
            <p:ph type="body" sz="quarter" idx="53" hasCustomPrompt="1"/>
          </p:nvPr>
        </p:nvSpPr>
        <p:spPr>
          <a:xfrm>
            <a:off x="597877" y="7878034"/>
            <a:ext cx="1449583" cy="262769"/>
          </a:xfrm>
        </p:spPr>
        <p:txBody>
          <a:bodyPr lIns="0" rIns="0" anchor="ctr">
            <a:noAutofit/>
          </a:bodyPr>
          <a:lstStyle>
            <a:lvl1pPr marL="0" indent="0">
              <a:buNone/>
              <a:defRPr sz="1000">
                <a:solidFill>
                  <a:schemeClr val="bg1"/>
                </a:solidFill>
                <a:latin typeface="+mj-lt"/>
              </a:defRPr>
            </a:lvl1pPr>
            <a:lvl2pPr marL="342900" indent="0">
              <a:buNone/>
              <a:defRPr sz="1000">
                <a:solidFill>
                  <a:schemeClr val="bg1"/>
                </a:solidFill>
                <a:latin typeface="+mj-lt"/>
              </a:defRPr>
            </a:lvl2pPr>
            <a:lvl3pPr marL="685800" indent="0">
              <a:buNone/>
              <a:defRPr sz="1000">
                <a:solidFill>
                  <a:schemeClr val="bg1"/>
                </a:solidFill>
                <a:latin typeface="+mj-lt"/>
              </a:defRPr>
            </a:lvl3pPr>
            <a:lvl4pPr marL="1028700" indent="0">
              <a:buNone/>
              <a:defRPr sz="1000">
                <a:solidFill>
                  <a:schemeClr val="bg1"/>
                </a:solidFill>
                <a:latin typeface="+mj-lt"/>
              </a:defRPr>
            </a:lvl4pPr>
            <a:lvl5pPr marL="1371600" indent="0">
              <a:buNone/>
              <a:defRPr sz="1000">
                <a:solidFill>
                  <a:schemeClr val="bg1"/>
                </a:solidFill>
                <a:latin typeface="+mj-lt"/>
              </a:defRPr>
            </a:lvl5pPr>
          </a:lstStyle>
          <a:p>
            <a:pPr lvl="0"/>
            <a:r>
              <a:rPr lang="en-US" noProof="0"/>
              <a:t>MARKETING</a:t>
            </a:r>
          </a:p>
        </p:txBody>
      </p:sp>
      <p:sp>
        <p:nvSpPr>
          <p:cNvPr id="344" name="Text Placeholder 25" hidden="1">
            <a:extLst>
              <a:ext uri="{FF2B5EF4-FFF2-40B4-BE49-F238E27FC236}">
                <a16:creationId xmlns:a16="http://schemas.microsoft.com/office/drawing/2014/main" id="{CF61B5C1-8C61-1143-9083-AD58E1C749FA}"/>
              </a:ext>
            </a:extLst>
          </p:cNvPr>
          <p:cNvSpPr>
            <a:spLocks noGrp="1"/>
          </p:cNvSpPr>
          <p:nvPr>
            <p:ph type="body" sz="quarter" idx="54" hasCustomPrompt="1"/>
          </p:nvPr>
        </p:nvSpPr>
        <p:spPr>
          <a:xfrm>
            <a:off x="2094178" y="8160704"/>
            <a:ext cx="1065342" cy="229094"/>
          </a:xfrm>
        </p:spPr>
        <p:txBody>
          <a:bodyPr lIns="0" rIns="0" anchor="ctr">
            <a:noAutofit/>
          </a:bodyPr>
          <a:lstStyle>
            <a:lvl1pPr marL="0" indent="0" algn="ctr">
              <a:buNone/>
              <a:defRPr sz="1400" b="1">
                <a:solidFill>
                  <a:schemeClr val="bg1"/>
                </a:solidFill>
                <a:latin typeface="+mj-lt"/>
              </a:defRPr>
            </a:lvl1pPr>
            <a:lvl2pPr marL="342900" indent="0">
              <a:buNone/>
              <a:defRPr sz="1000">
                <a:solidFill>
                  <a:schemeClr val="bg1"/>
                </a:solidFill>
                <a:latin typeface="+mj-lt"/>
              </a:defRPr>
            </a:lvl2pPr>
            <a:lvl3pPr marL="685800" indent="0">
              <a:buNone/>
              <a:defRPr sz="1000">
                <a:solidFill>
                  <a:schemeClr val="bg1"/>
                </a:solidFill>
                <a:latin typeface="+mj-lt"/>
              </a:defRPr>
            </a:lvl3pPr>
            <a:lvl4pPr marL="1028700" indent="0">
              <a:buNone/>
              <a:defRPr sz="1000">
                <a:solidFill>
                  <a:schemeClr val="bg1"/>
                </a:solidFill>
                <a:latin typeface="+mj-lt"/>
              </a:defRPr>
            </a:lvl4pPr>
            <a:lvl5pPr marL="1371600" indent="0">
              <a:buNone/>
              <a:defRPr sz="1000">
                <a:solidFill>
                  <a:schemeClr val="bg1"/>
                </a:solidFill>
                <a:latin typeface="+mj-lt"/>
              </a:defRPr>
            </a:lvl5pPr>
          </a:lstStyle>
          <a:p>
            <a:pPr lvl="0"/>
            <a:r>
              <a:rPr lang="en-US" noProof="0"/>
              <a:t>10</a:t>
            </a:r>
          </a:p>
        </p:txBody>
      </p:sp>
      <p:sp>
        <p:nvSpPr>
          <p:cNvPr id="345" name="Text Placeholder 25" hidden="1">
            <a:extLst>
              <a:ext uri="{FF2B5EF4-FFF2-40B4-BE49-F238E27FC236}">
                <a16:creationId xmlns:a16="http://schemas.microsoft.com/office/drawing/2014/main" id="{0B7D9C94-0A2C-3B4E-8B05-B7547A9A0E78}"/>
              </a:ext>
            </a:extLst>
          </p:cNvPr>
          <p:cNvSpPr>
            <a:spLocks noGrp="1"/>
          </p:cNvSpPr>
          <p:nvPr>
            <p:ph type="body" sz="quarter" idx="55" hasCustomPrompt="1"/>
          </p:nvPr>
        </p:nvSpPr>
        <p:spPr>
          <a:xfrm>
            <a:off x="2094178" y="8436611"/>
            <a:ext cx="1065342" cy="229094"/>
          </a:xfrm>
        </p:spPr>
        <p:txBody>
          <a:bodyPr lIns="0" rIns="0" anchor="ctr">
            <a:noAutofit/>
          </a:bodyPr>
          <a:lstStyle>
            <a:lvl1pPr marL="0" indent="0" algn="ctr">
              <a:buNone/>
              <a:defRPr sz="1400" b="1">
                <a:solidFill>
                  <a:schemeClr val="bg1"/>
                </a:solidFill>
                <a:latin typeface="+mj-lt"/>
              </a:defRPr>
            </a:lvl1pPr>
            <a:lvl2pPr marL="342900" indent="0">
              <a:buNone/>
              <a:defRPr sz="1000">
                <a:solidFill>
                  <a:schemeClr val="bg1"/>
                </a:solidFill>
                <a:latin typeface="+mj-lt"/>
              </a:defRPr>
            </a:lvl2pPr>
            <a:lvl3pPr marL="685800" indent="0">
              <a:buNone/>
              <a:defRPr sz="1000">
                <a:solidFill>
                  <a:schemeClr val="bg1"/>
                </a:solidFill>
                <a:latin typeface="+mj-lt"/>
              </a:defRPr>
            </a:lvl3pPr>
            <a:lvl4pPr marL="1028700" indent="0">
              <a:buNone/>
              <a:defRPr sz="1000">
                <a:solidFill>
                  <a:schemeClr val="bg1"/>
                </a:solidFill>
                <a:latin typeface="+mj-lt"/>
              </a:defRPr>
            </a:lvl4pPr>
            <a:lvl5pPr marL="1371600" indent="0">
              <a:buNone/>
              <a:defRPr sz="1000">
                <a:solidFill>
                  <a:schemeClr val="bg1"/>
                </a:solidFill>
                <a:latin typeface="+mj-lt"/>
              </a:defRPr>
            </a:lvl5pPr>
          </a:lstStyle>
          <a:p>
            <a:pPr lvl="0"/>
            <a:r>
              <a:rPr lang="en-US" noProof="0"/>
              <a:t>7</a:t>
            </a:r>
          </a:p>
        </p:txBody>
      </p:sp>
      <p:sp>
        <p:nvSpPr>
          <p:cNvPr id="346" name="Text Placeholder 25" hidden="1">
            <a:extLst>
              <a:ext uri="{FF2B5EF4-FFF2-40B4-BE49-F238E27FC236}">
                <a16:creationId xmlns:a16="http://schemas.microsoft.com/office/drawing/2014/main" id="{CCE3AE9C-BC12-B743-BF3F-A8308EFB290C}"/>
              </a:ext>
            </a:extLst>
          </p:cNvPr>
          <p:cNvSpPr>
            <a:spLocks noGrp="1"/>
          </p:cNvSpPr>
          <p:nvPr>
            <p:ph type="body" sz="quarter" idx="56" hasCustomPrompt="1"/>
          </p:nvPr>
        </p:nvSpPr>
        <p:spPr>
          <a:xfrm>
            <a:off x="2094178" y="8698945"/>
            <a:ext cx="1065342" cy="229094"/>
          </a:xfrm>
        </p:spPr>
        <p:txBody>
          <a:bodyPr lIns="0" rIns="0" anchor="ctr">
            <a:noAutofit/>
          </a:bodyPr>
          <a:lstStyle>
            <a:lvl1pPr marL="0" indent="0" algn="ctr">
              <a:buNone/>
              <a:defRPr sz="1400" b="1">
                <a:solidFill>
                  <a:schemeClr val="bg1"/>
                </a:solidFill>
                <a:latin typeface="+mj-lt"/>
              </a:defRPr>
            </a:lvl1pPr>
            <a:lvl2pPr marL="342900" indent="0">
              <a:buNone/>
              <a:defRPr sz="1000">
                <a:solidFill>
                  <a:schemeClr val="bg1"/>
                </a:solidFill>
                <a:latin typeface="+mj-lt"/>
              </a:defRPr>
            </a:lvl2pPr>
            <a:lvl3pPr marL="685800" indent="0">
              <a:buNone/>
              <a:defRPr sz="1000">
                <a:solidFill>
                  <a:schemeClr val="bg1"/>
                </a:solidFill>
                <a:latin typeface="+mj-lt"/>
              </a:defRPr>
            </a:lvl3pPr>
            <a:lvl4pPr marL="1028700" indent="0">
              <a:buNone/>
              <a:defRPr sz="1000">
                <a:solidFill>
                  <a:schemeClr val="bg1"/>
                </a:solidFill>
                <a:latin typeface="+mj-lt"/>
              </a:defRPr>
            </a:lvl4pPr>
            <a:lvl5pPr marL="1371600" indent="0">
              <a:buNone/>
              <a:defRPr sz="1000">
                <a:solidFill>
                  <a:schemeClr val="bg1"/>
                </a:solidFill>
                <a:latin typeface="+mj-lt"/>
              </a:defRPr>
            </a:lvl5pPr>
          </a:lstStyle>
          <a:p>
            <a:pPr lvl="0"/>
            <a:r>
              <a:rPr lang="en-US" noProof="0"/>
              <a:t>3.5</a:t>
            </a:r>
          </a:p>
        </p:txBody>
      </p:sp>
      <p:sp>
        <p:nvSpPr>
          <p:cNvPr id="347" name="Text Placeholder 25" hidden="1">
            <a:extLst>
              <a:ext uri="{FF2B5EF4-FFF2-40B4-BE49-F238E27FC236}">
                <a16:creationId xmlns:a16="http://schemas.microsoft.com/office/drawing/2014/main" id="{F1D2929D-A8D7-274A-A253-E4556D470E75}"/>
              </a:ext>
            </a:extLst>
          </p:cNvPr>
          <p:cNvSpPr>
            <a:spLocks noGrp="1"/>
          </p:cNvSpPr>
          <p:nvPr>
            <p:ph type="body" sz="quarter" idx="57" hasCustomPrompt="1"/>
          </p:nvPr>
        </p:nvSpPr>
        <p:spPr>
          <a:xfrm>
            <a:off x="2094178" y="7905308"/>
            <a:ext cx="1065342" cy="229094"/>
          </a:xfrm>
        </p:spPr>
        <p:txBody>
          <a:bodyPr lIns="0" rIns="0" anchor="ctr">
            <a:noAutofit/>
          </a:bodyPr>
          <a:lstStyle>
            <a:lvl1pPr marL="0" indent="0" algn="ctr">
              <a:buNone/>
              <a:defRPr sz="1400" b="1">
                <a:solidFill>
                  <a:schemeClr val="bg1"/>
                </a:solidFill>
                <a:latin typeface="+mj-lt"/>
              </a:defRPr>
            </a:lvl1pPr>
            <a:lvl2pPr marL="342900" indent="0">
              <a:buNone/>
              <a:defRPr sz="1000">
                <a:solidFill>
                  <a:schemeClr val="bg1"/>
                </a:solidFill>
                <a:latin typeface="+mj-lt"/>
              </a:defRPr>
            </a:lvl2pPr>
            <a:lvl3pPr marL="685800" indent="0">
              <a:buNone/>
              <a:defRPr sz="1000">
                <a:solidFill>
                  <a:schemeClr val="bg1"/>
                </a:solidFill>
                <a:latin typeface="+mj-lt"/>
              </a:defRPr>
            </a:lvl3pPr>
            <a:lvl4pPr marL="1028700" indent="0">
              <a:buNone/>
              <a:defRPr sz="1000">
                <a:solidFill>
                  <a:schemeClr val="bg1"/>
                </a:solidFill>
                <a:latin typeface="+mj-lt"/>
              </a:defRPr>
            </a:lvl4pPr>
            <a:lvl5pPr marL="1371600" indent="0">
              <a:buNone/>
              <a:defRPr sz="1000">
                <a:solidFill>
                  <a:schemeClr val="bg1"/>
                </a:solidFill>
                <a:latin typeface="+mj-lt"/>
              </a:defRPr>
            </a:lvl5pPr>
          </a:lstStyle>
          <a:p>
            <a:pPr lvl="0"/>
            <a:r>
              <a:rPr lang="en-US" noProof="0"/>
              <a:t>8</a:t>
            </a:r>
          </a:p>
        </p:txBody>
      </p:sp>
      <p:sp>
        <p:nvSpPr>
          <p:cNvPr id="348" name="Text Placeholder 25" hidden="1">
            <a:extLst>
              <a:ext uri="{FF2B5EF4-FFF2-40B4-BE49-F238E27FC236}">
                <a16:creationId xmlns:a16="http://schemas.microsoft.com/office/drawing/2014/main" id="{E4C42072-2D54-8942-9963-4138F93D9F7A}"/>
              </a:ext>
            </a:extLst>
          </p:cNvPr>
          <p:cNvSpPr>
            <a:spLocks noGrp="1"/>
          </p:cNvSpPr>
          <p:nvPr>
            <p:ph type="body" sz="quarter" idx="58" hasCustomPrompt="1"/>
          </p:nvPr>
        </p:nvSpPr>
        <p:spPr>
          <a:xfrm>
            <a:off x="2094543" y="7593880"/>
            <a:ext cx="1092002" cy="295809"/>
          </a:xfrm>
        </p:spPr>
        <p:txBody>
          <a:bodyPr lIns="0" rIns="0" anchor="ctr">
            <a:noAutofit/>
          </a:bodyPr>
          <a:lstStyle>
            <a:lvl1pPr marL="0" indent="0" algn="ctr">
              <a:buNone/>
              <a:defRPr sz="1000">
                <a:solidFill>
                  <a:schemeClr val="bg1"/>
                </a:solidFill>
                <a:latin typeface="+mn-lt"/>
              </a:defRPr>
            </a:lvl1pPr>
            <a:lvl2pPr marL="342900" indent="0">
              <a:buNone/>
              <a:defRPr sz="1000">
                <a:solidFill>
                  <a:schemeClr val="bg1"/>
                </a:solidFill>
                <a:latin typeface="+mj-lt"/>
              </a:defRPr>
            </a:lvl2pPr>
            <a:lvl3pPr marL="685800" indent="0">
              <a:buNone/>
              <a:defRPr sz="1000">
                <a:solidFill>
                  <a:schemeClr val="bg1"/>
                </a:solidFill>
                <a:latin typeface="+mj-lt"/>
              </a:defRPr>
            </a:lvl3pPr>
            <a:lvl4pPr marL="1028700" indent="0">
              <a:buNone/>
              <a:defRPr sz="1000">
                <a:solidFill>
                  <a:schemeClr val="bg1"/>
                </a:solidFill>
                <a:latin typeface="+mj-lt"/>
              </a:defRPr>
            </a:lvl4pPr>
            <a:lvl5pPr marL="1371600" indent="0">
              <a:buNone/>
              <a:defRPr sz="1000">
                <a:solidFill>
                  <a:schemeClr val="bg1"/>
                </a:solidFill>
                <a:latin typeface="+mj-lt"/>
              </a:defRPr>
            </a:lvl5pPr>
          </a:lstStyle>
          <a:p>
            <a:pPr lvl="0"/>
            <a:r>
              <a:rPr lang="en-US" noProof="0"/>
              <a:t>YEARS OF EXPERIENCE</a:t>
            </a:r>
          </a:p>
        </p:txBody>
      </p:sp>
      <p:cxnSp>
        <p:nvCxnSpPr>
          <p:cNvPr id="355" name="Straight Connector 354" hidden="1">
            <a:extLst>
              <a:ext uri="{FF2B5EF4-FFF2-40B4-BE49-F238E27FC236}">
                <a16:creationId xmlns:a16="http://schemas.microsoft.com/office/drawing/2014/main" id="{DF98499B-F2A5-CA4E-943A-53F88D825970}"/>
              </a:ext>
            </a:extLst>
          </p:cNvPr>
          <p:cNvCxnSpPr>
            <a:cxnSpLocks/>
          </p:cNvCxnSpPr>
          <p:nvPr userDrawn="1"/>
        </p:nvCxnSpPr>
        <p:spPr>
          <a:xfrm>
            <a:off x="0" y="1121676"/>
            <a:ext cx="6858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61" name="Text Placeholder 60" hidden="1">
            <a:extLst>
              <a:ext uri="{FF2B5EF4-FFF2-40B4-BE49-F238E27FC236}">
                <a16:creationId xmlns:a16="http://schemas.microsoft.com/office/drawing/2014/main" id="{17521193-60AC-664A-A033-8AA4404C6AAF}"/>
              </a:ext>
            </a:extLst>
          </p:cNvPr>
          <p:cNvSpPr>
            <a:spLocks noGrp="1"/>
          </p:cNvSpPr>
          <p:nvPr>
            <p:ph type="body" sz="quarter" idx="59" hasCustomPrompt="1"/>
          </p:nvPr>
        </p:nvSpPr>
        <p:spPr>
          <a:xfrm>
            <a:off x="3464815" y="1146174"/>
            <a:ext cx="2662311" cy="300507"/>
          </a:xfrm>
        </p:spPr>
        <p:txBody>
          <a:bodyPr lIns="0" anchor="ctr">
            <a:noAutofit/>
          </a:bodyPr>
          <a:lstStyle>
            <a:lvl1pPr marL="0" indent="0">
              <a:buNone/>
              <a:defRPr sz="1200">
                <a:solidFill>
                  <a:schemeClr val="bg1"/>
                </a:solidFill>
              </a:defRPr>
            </a:lvl1pPr>
            <a:lvl2pPr marL="342900" indent="0">
              <a:buNone/>
              <a:defRPr sz="1200">
                <a:solidFill>
                  <a:schemeClr val="bg1"/>
                </a:solidFill>
              </a:defRPr>
            </a:lvl2pPr>
            <a:lvl3pPr marL="685800" indent="0">
              <a:buNone/>
              <a:defRPr sz="1200">
                <a:solidFill>
                  <a:schemeClr val="bg1"/>
                </a:solidFill>
              </a:defRPr>
            </a:lvl3pPr>
            <a:lvl4pPr marL="1028700" indent="0">
              <a:buNone/>
              <a:defRPr sz="1200">
                <a:solidFill>
                  <a:schemeClr val="bg1"/>
                </a:solidFill>
              </a:defRPr>
            </a:lvl4pPr>
            <a:lvl5pPr marL="1371600" indent="0">
              <a:buNone/>
              <a:defRPr sz="1200">
                <a:solidFill>
                  <a:schemeClr val="bg1"/>
                </a:solidFill>
              </a:defRPr>
            </a:lvl5pPr>
          </a:lstStyle>
          <a:p>
            <a:pPr lvl="0"/>
            <a:r>
              <a:rPr lang="en-US" noProof="0"/>
              <a:t>INTERNATIONAL EXPERIENCE</a:t>
            </a:r>
          </a:p>
        </p:txBody>
      </p:sp>
      <p:sp>
        <p:nvSpPr>
          <p:cNvPr id="359" name="Text Placeholder 60" hidden="1">
            <a:extLst>
              <a:ext uri="{FF2B5EF4-FFF2-40B4-BE49-F238E27FC236}">
                <a16:creationId xmlns:a16="http://schemas.microsoft.com/office/drawing/2014/main" id="{412CE960-3495-1F42-80A3-840D05EC91C6}"/>
              </a:ext>
            </a:extLst>
          </p:cNvPr>
          <p:cNvSpPr>
            <a:spLocks noGrp="1"/>
          </p:cNvSpPr>
          <p:nvPr>
            <p:ph type="body" sz="quarter" idx="60" hasCustomPrompt="1"/>
          </p:nvPr>
        </p:nvSpPr>
        <p:spPr>
          <a:xfrm>
            <a:off x="3464815" y="3622089"/>
            <a:ext cx="2662311" cy="300507"/>
          </a:xfrm>
        </p:spPr>
        <p:txBody>
          <a:bodyPr lIns="0" anchor="ctr">
            <a:noAutofit/>
          </a:bodyPr>
          <a:lstStyle>
            <a:lvl1pPr marL="0" indent="0">
              <a:buNone/>
              <a:defRPr sz="1200">
                <a:solidFill>
                  <a:schemeClr val="bg1"/>
                </a:solidFill>
              </a:defRPr>
            </a:lvl1pPr>
            <a:lvl2pPr marL="342900" indent="0">
              <a:buNone/>
              <a:defRPr sz="1200">
                <a:solidFill>
                  <a:schemeClr val="bg1"/>
                </a:solidFill>
              </a:defRPr>
            </a:lvl2pPr>
            <a:lvl3pPr marL="685800" indent="0">
              <a:buNone/>
              <a:defRPr sz="1200">
                <a:solidFill>
                  <a:schemeClr val="bg1"/>
                </a:solidFill>
              </a:defRPr>
            </a:lvl3pPr>
            <a:lvl4pPr marL="1028700" indent="0">
              <a:buNone/>
              <a:defRPr sz="1200">
                <a:solidFill>
                  <a:schemeClr val="bg1"/>
                </a:solidFill>
              </a:defRPr>
            </a:lvl4pPr>
            <a:lvl5pPr marL="1371600" indent="0">
              <a:buNone/>
              <a:defRPr sz="1200">
                <a:solidFill>
                  <a:schemeClr val="bg1"/>
                </a:solidFill>
              </a:defRPr>
            </a:lvl5pPr>
          </a:lstStyle>
          <a:p>
            <a:pPr lvl="0"/>
            <a:r>
              <a:rPr lang="en-US" noProof="0"/>
              <a:t>SKILLS</a:t>
            </a:r>
          </a:p>
        </p:txBody>
      </p:sp>
      <p:sp>
        <p:nvSpPr>
          <p:cNvPr id="360" name="Text Placeholder 60" hidden="1">
            <a:extLst>
              <a:ext uri="{FF2B5EF4-FFF2-40B4-BE49-F238E27FC236}">
                <a16:creationId xmlns:a16="http://schemas.microsoft.com/office/drawing/2014/main" id="{08F6B783-82B6-B242-AA40-D9F7AE3B8CEC}"/>
              </a:ext>
            </a:extLst>
          </p:cNvPr>
          <p:cNvSpPr>
            <a:spLocks noGrp="1"/>
          </p:cNvSpPr>
          <p:nvPr>
            <p:ph type="body" sz="quarter" idx="61" hasCustomPrompt="1"/>
          </p:nvPr>
        </p:nvSpPr>
        <p:spPr>
          <a:xfrm>
            <a:off x="3464815" y="5014791"/>
            <a:ext cx="2662311" cy="300507"/>
          </a:xfrm>
        </p:spPr>
        <p:txBody>
          <a:bodyPr lIns="0" anchor="ctr">
            <a:noAutofit/>
          </a:bodyPr>
          <a:lstStyle>
            <a:lvl1pPr marL="0" indent="0">
              <a:buNone/>
              <a:defRPr sz="1200">
                <a:solidFill>
                  <a:schemeClr val="bg1"/>
                </a:solidFill>
              </a:defRPr>
            </a:lvl1pPr>
            <a:lvl2pPr marL="342900" indent="0">
              <a:buNone/>
              <a:defRPr sz="1200">
                <a:solidFill>
                  <a:schemeClr val="bg1"/>
                </a:solidFill>
              </a:defRPr>
            </a:lvl2pPr>
            <a:lvl3pPr marL="685800" indent="0">
              <a:buNone/>
              <a:defRPr sz="1200">
                <a:solidFill>
                  <a:schemeClr val="bg1"/>
                </a:solidFill>
              </a:defRPr>
            </a:lvl3pPr>
            <a:lvl4pPr marL="1028700" indent="0">
              <a:buNone/>
              <a:defRPr sz="1200">
                <a:solidFill>
                  <a:schemeClr val="bg1"/>
                </a:solidFill>
              </a:defRPr>
            </a:lvl4pPr>
            <a:lvl5pPr marL="1371600" indent="0">
              <a:buNone/>
              <a:defRPr sz="1200">
                <a:solidFill>
                  <a:schemeClr val="bg1"/>
                </a:solidFill>
              </a:defRPr>
            </a:lvl5pPr>
          </a:lstStyle>
          <a:p>
            <a:pPr lvl="0"/>
            <a:r>
              <a:rPr lang="en-US" noProof="0"/>
              <a:t>LANGUAGES</a:t>
            </a:r>
          </a:p>
        </p:txBody>
      </p:sp>
    </p:spTree>
    <p:extLst>
      <p:ext uri="{BB962C8B-B14F-4D97-AF65-F5344CB8AC3E}">
        <p14:creationId xmlns:p14="http://schemas.microsoft.com/office/powerpoint/2010/main" val="2072580236"/>
      </p:ext>
    </p:extLst>
  </p:cSld>
  <p:clrMapOvr>
    <a:masterClrMapping/>
  </p:clrMapOvr>
  <p:extLst>
    <p:ext uri="{DCECCB84-F9BA-43D5-87BE-67443E8EF086}">
      <p15:sldGuideLst xmlns:p15="http://schemas.microsoft.com/office/powerpoint/2012/main">
        <p15:guide id="1" orient="horz" pos="2880">
          <p15:clr>
            <a:srgbClr val="FBAE40"/>
          </p15:clr>
        </p15:guide>
        <p15:guide id="2" pos="216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486836"/>
            <a:ext cx="5915025" cy="176741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2434167"/>
            <a:ext cx="5915025" cy="580178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8475136"/>
            <a:ext cx="1543050" cy="486833"/>
          </a:xfrm>
          <a:prstGeom prst="rect">
            <a:avLst/>
          </a:prstGeom>
        </p:spPr>
        <p:txBody>
          <a:bodyPr vert="horz" lIns="91440" tIns="45720" rIns="91440" bIns="45720" rtlCol="0" anchor="ctr"/>
          <a:lstStyle>
            <a:lvl1pPr algn="l">
              <a:defRPr sz="900">
                <a:solidFill>
                  <a:schemeClr val="tx1">
                    <a:tint val="75000"/>
                  </a:schemeClr>
                </a:solidFill>
              </a:defRPr>
            </a:lvl1pPr>
          </a:lstStyle>
          <a:p>
            <a:fld id="{612E597E-2F4F-2747-A9DF-6BACAD15E325}" type="datetimeFigureOut">
              <a:rPr lang="en-US" smtClean="0"/>
              <a:t>9/18/2025</a:t>
            </a:fld>
            <a:endParaRPr lang="en-US" dirty="0"/>
          </a:p>
        </p:txBody>
      </p:sp>
      <p:sp>
        <p:nvSpPr>
          <p:cNvPr id="5" name="Footer Placeholder 4"/>
          <p:cNvSpPr>
            <a:spLocks noGrp="1"/>
          </p:cNvSpPr>
          <p:nvPr>
            <p:ph type="ftr" sz="quarter" idx="3"/>
          </p:nvPr>
        </p:nvSpPr>
        <p:spPr>
          <a:xfrm>
            <a:off x="2271713" y="8475136"/>
            <a:ext cx="2314575" cy="48683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4843463" y="8475136"/>
            <a:ext cx="1543050" cy="486833"/>
          </a:xfrm>
          <a:prstGeom prst="rect">
            <a:avLst/>
          </a:prstGeom>
        </p:spPr>
        <p:txBody>
          <a:bodyPr vert="horz" lIns="91440" tIns="45720" rIns="91440" bIns="45720" rtlCol="0" anchor="ctr"/>
          <a:lstStyle>
            <a:lvl1pPr algn="r">
              <a:defRPr sz="900">
                <a:solidFill>
                  <a:schemeClr val="tx1">
                    <a:tint val="75000"/>
                  </a:schemeClr>
                </a:solidFill>
              </a:defRPr>
            </a:lvl1pPr>
          </a:lstStyle>
          <a:p>
            <a:fld id="{66FD580D-DD1F-2749-85C8-F9883E4B5E50}" type="slidenum">
              <a:rPr lang="en-US" smtClean="0"/>
              <a:t>‹#›</a:t>
            </a:fld>
            <a:endParaRPr lang="en-US" dirty="0"/>
          </a:p>
        </p:txBody>
      </p:sp>
    </p:spTree>
    <p:extLst>
      <p:ext uri="{BB962C8B-B14F-4D97-AF65-F5344CB8AC3E}">
        <p14:creationId xmlns:p14="http://schemas.microsoft.com/office/powerpoint/2010/main" val="4086918882"/>
      </p:ext>
    </p:extLst>
  </p:cSld>
  <p:clrMap bg1="lt1" tx1="dk1" bg2="lt2" tx2="dk2" accent1="accent1" accent2="accent2" accent3="accent3" accent4="accent4" accent5="accent5" accent6="accent6" hlink="hlink" folHlink="folHlink"/>
  <p:sldLayoutIdLst>
    <p:sldLayoutId id="2147483674" r:id="rId1"/>
    <p:sldLayoutId id="2147483673" r:id="rId2"/>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philtel.co.il/" TargetMode="External"/><Relationship Id="rId2" Type="http://schemas.openxmlformats.org/officeDocument/2006/relationships/hyperlink" Target="https://www.linkedin.com/in/InonBaasov" TargetMode="External"/><Relationship Id="rId1" Type="http://schemas.openxmlformats.org/officeDocument/2006/relationships/slideLayout" Target="../slideLayouts/slideLayout1.xml"/><Relationship Id="rId4" Type="http://schemas.openxmlformats.org/officeDocument/2006/relationships/hyperlink" Target="https://www.blau-ps.com/" TargetMode="Externa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73" name="Text Placeholder 72">
            <a:extLst>
              <a:ext uri="{FF2B5EF4-FFF2-40B4-BE49-F238E27FC236}">
                <a16:creationId xmlns:a16="http://schemas.microsoft.com/office/drawing/2014/main" id="{2FD50699-45B5-88EC-1B42-E5597AB067CD}"/>
              </a:ext>
            </a:extLst>
          </p:cNvPr>
          <p:cNvSpPr>
            <a:spLocks noGrp="1"/>
          </p:cNvSpPr>
          <p:nvPr>
            <p:ph type="body" sz="quarter" idx="39"/>
          </p:nvPr>
        </p:nvSpPr>
        <p:spPr>
          <a:xfrm>
            <a:off x="1036321" y="772907"/>
            <a:ext cx="1379219" cy="227110"/>
          </a:xfrm>
        </p:spPr>
        <p:txBody>
          <a:bodyPr/>
          <a:lstStyle/>
          <a:p>
            <a:r>
              <a:rPr lang="en-US" dirty="0">
                <a:latin typeface="Overpass" pitchFamily="2" charset="0"/>
                <a:ea typeface="Tahoma" panose="020B0604030504040204" pitchFamily="34" charset="0"/>
                <a:cs typeface="Tahoma" panose="020B0604030504040204" pitchFamily="34" charset="0"/>
              </a:rPr>
              <a:t>+972-54-444-5856</a:t>
            </a:r>
          </a:p>
        </p:txBody>
      </p:sp>
      <p:sp>
        <p:nvSpPr>
          <p:cNvPr id="74" name="Text Placeholder 73">
            <a:extLst>
              <a:ext uri="{FF2B5EF4-FFF2-40B4-BE49-F238E27FC236}">
                <a16:creationId xmlns:a16="http://schemas.microsoft.com/office/drawing/2014/main" id="{132E1DF2-8DF7-6940-4374-52DB65EC3761}"/>
              </a:ext>
            </a:extLst>
          </p:cNvPr>
          <p:cNvSpPr>
            <a:spLocks noGrp="1"/>
          </p:cNvSpPr>
          <p:nvPr>
            <p:ph type="body" sz="quarter" idx="40"/>
          </p:nvPr>
        </p:nvSpPr>
        <p:spPr>
          <a:xfrm>
            <a:off x="2680265" y="773852"/>
            <a:ext cx="1545026" cy="207705"/>
          </a:xfrm>
        </p:spPr>
        <p:txBody>
          <a:bodyPr/>
          <a:lstStyle/>
          <a:p>
            <a:r>
              <a:rPr lang="en-US" dirty="0">
                <a:latin typeface="Overpass" pitchFamily="2" charset="0"/>
                <a:ea typeface="Tahoma" panose="020B0604030504040204" pitchFamily="34" charset="0"/>
                <a:cs typeface="Tahoma" panose="020B0604030504040204" pitchFamily="34" charset="0"/>
              </a:rPr>
              <a:t>Inonbaasov@gmail.com</a:t>
            </a:r>
          </a:p>
          <a:p>
            <a:r>
              <a:rPr lang="en-US" dirty="0">
                <a:latin typeface="Overpass" pitchFamily="2" charset="0"/>
                <a:ea typeface="Tahoma" panose="020B0604030504040204" pitchFamily="34" charset="0"/>
                <a:cs typeface="Tahoma" panose="020B0604030504040204" pitchFamily="34" charset="0"/>
              </a:rPr>
              <a:t>	</a:t>
            </a:r>
          </a:p>
        </p:txBody>
      </p:sp>
      <p:sp>
        <p:nvSpPr>
          <p:cNvPr id="75" name="Text Placeholder 74">
            <a:extLst>
              <a:ext uri="{FF2B5EF4-FFF2-40B4-BE49-F238E27FC236}">
                <a16:creationId xmlns:a16="http://schemas.microsoft.com/office/drawing/2014/main" id="{23DA089B-1D05-556D-253C-262F0FA50B68}"/>
              </a:ext>
            </a:extLst>
          </p:cNvPr>
          <p:cNvSpPr>
            <a:spLocks noGrp="1"/>
          </p:cNvSpPr>
          <p:nvPr>
            <p:ph type="body" sz="quarter" idx="41"/>
          </p:nvPr>
        </p:nvSpPr>
        <p:spPr>
          <a:xfrm>
            <a:off x="4370366" y="774300"/>
            <a:ext cx="1451313" cy="207705"/>
          </a:xfrm>
        </p:spPr>
        <p:txBody>
          <a:bodyPr/>
          <a:lstStyle/>
          <a:p>
            <a:r>
              <a:rPr lang="en-US" dirty="0">
                <a:latin typeface="Overpass" pitchFamily="2" charset="0"/>
                <a:ea typeface="Tahoma" panose="020B0604030504040204" pitchFamily="34" charset="0"/>
                <a:cs typeface="Tahoma" panose="020B0604030504040204" pitchFamily="34" charset="0"/>
                <a:hlinkClick r:id="rId2">
                  <a:extLst>
                    <a:ext uri="{A12FA001-AC4F-418D-AE19-62706E023703}">
                      <ahyp:hlinkClr xmlns:ahyp="http://schemas.microsoft.com/office/drawing/2018/hyperlinkcolor" val="tx"/>
                    </a:ext>
                  </a:extLst>
                </a:hlinkClick>
              </a:rPr>
              <a:t>LinkedIn </a:t>
            </a:r>
            <a:r>
              <a:rPr lang="en-US" dirty="0" err="1">
                <a:latin typeface="Overpass" pitchFamily="2" charset="0"/>
                <a:ea typeface="Tahoma" panose="020B0604030504040204" pitchFamily="34" charset="0"/>
                <a:cs typeface="Tahoma" panose="020B0604030504040204" pitchFamily="34" charset="0"/>
                <a:hlinkClick r:id="rId2">
                  <a:extLst>
                    <a:ext uri="{A12FA001-AC4F-418D-AE19-62706E023703}">
                      <ahyp:hlinkClr xmlns:ahyp="http://schemas.microsoft.com/office/drawing/2018/hyperlinkcolor" val="tx"/>
                    </a:ext>
                  </a:extLst>
                </a:hlinkClick>
              </a:rPr>
              <a:t>inonbaasov</a:t>
            </a:r>
            <a:endParaRPr lang="en-US" dirty="0">
              <a:latin typeface="Overpass" pitchFamily="2" charset="0"/>
              <a:ea typeface="Tahoma" panose="020B0604030504040204" pitchFamily="34" charset="0"/>
              <a:cs typeface="Tahoma" panose="020B0604030504040204" pitchFamily="34" charset="0"/>
            </a:endParaRPr>
          </a:p>
          <a:p>
            <a:endParaRPr lang="en-US" dirty="0">
              <a:latin typeface="Overpass" pitchFamily="2" charset="0"/>
              <a:ea typeface="Tahoma" panose="020B0604030504040204" pitchFamily="34" charset="0"/>
              <a:cs typeface="Tahoma" panose="020B0604030504040204" pitchFamily="34" charset="0"/>
            </a:endParaRPr>
          </a:p>
        </p:txBody>
      </p:sp>
      <p:sp>
        <p:nvSpPr>
          <p:cNvPr id="3" name="Title 2">
            <a:extLst>
              <a:ext uri="{FF2B5EF4-FFF2-40B4-BE49-F238E27FC236}">
                <a16:creationId xmlns:a16="http://schemas.microsoft.com/office/drawing/2014/main" id="{550F18B5-1245-2B4C-AA47-F39938FA615F}"/>
              </a:ext>
            </a:extLst>
          </p:cNvPr>
          <p:cNvSpPr>
            <a:spLocks noGrp="1"/>
          </p:cNvSpPr>
          <p:nvPr>
            <p:ph type="title"/>
          </p:nvPr>
        </p:nvSpPr>
        <p:spPr>
          <a:xfrm>
            <a:off x="-972" y="307793"/>
            <a:ext cx="6858000" cy="502338"/>
          </a:xfrm>
        </p:spPr>
        <p:txBody>
          <a:bodyPr>
            <a:normAutofit/>
          </a:bodyPr>
          <a:lstStyle/>
          <a:p>
            <a:pPr algn="ctr"/>
            <a:r>
              <a:rPr lang="en-US" sz="2400" dirty="0">
                <a:solidFill>
                  <a:schemeClr val="tx1"/>
                </a:solidFill>
                <a:latin typeface="Overpass" pitchFamily="2" charset="0"/>
                <a:ea typeface="Tahoma" panose="020B0604030504040204" pitchFamily="34" charset="0"/>
                <a:cs typeface="Tahoma" panose="020B0604030504040204" pitchFamily="34" charset="0"/>
              </a:rPr>
              <a:t>INON BAASOV</a:t>
            </a:r>
            <a:endParaRPr lang="en-IL" sz="2400" dirty="0">
              <a:solidFill>
                <a:schemeClr val="tx1"/>
              </a:solidFill>
              <a:latin typeface="Overpass" pitchFamily="2" charset="0"/>
              <a:ea typeface="Tahoma" panose="020B0604030504040204" pitchFamily="34" charset="0"/>
              <a:cs typeface="Tahoma" panose="020B0604030504040204" pitchFamily="34" charset="0"/>
            </a:endParaRPr>
          </a:p>
        </p:txBody>
      </p:sp>
      <p:grpSp>
        <p:nvGrpSpPr>
          <p:cNvPr id="236" name="Group 235">
            <a:extLst>
              <a:ext uri="{FF2B5EF4-FFF2-40B4-BE49-F238E27FC236}">
                <a16:creationId xmlns:a16="http://schemas.microsoft.com/office/drawing/2014/main" id="{BA846034-E5B0-1F9D-ABEB-DA7831B54ABD}"/>
              </a:ext>
            </a:extLst>
          </p:cNvPr>
          <p:cNvGrpSpPr/>
          <p:nvPr/>
        </p:nvGrpSpPr>
        <p:grpSpPr>
          <a:xfrm>
            <a:off x="191883" y="2063300"/>
            <a:ext cx="6436368" cy="936311"/>
            <a:chOff x="93673" y="1854031"/>
            <a:chExt cx="2936874" cy="349897"/>
          </a:xfrm>
        </p:grpSpPr>
        <p:sp>
          <p:nvSpPr>
            <p:cNvPr id="174" name="Text Placeholder 71">
              <a:extLst>
                <a:ext uri="{FF2B5EF4-FFF2-40B4-BE49-F238E27FC236}">
                  <a16:creationId xmlns:a16="http://schemas.microsoft.com/office/drawing/2014/main" id="{67D1E309-1ED9-E676-89A4-61C198105A97}"/>
                </a:ext>
              </a:extLst>
            </p:cNvPr>
            <p:cNvSpPr txBox="1">
              <a:spLocks/>
            </p:cNvSpPr>
            <p:nvPr/>
          </p:nvSpPr>
          <p:spPr>
            <a:xfrm>
              <a:off x="93673" y="1924991"/>
              <a:ext cx="2936874" cy="278937"/>
            </a:xfrm>
            <a:prstGeom prst="rect">
              <a:avLst/>
            </a:prstGeom>
          </p:spPr>
          <p:txBody>
            <a:bodyPr vert="horz" lIns="91440" tIns="45720" rIns="91440" bIns="45720" rtlCol="0">
              <a:noAutofit/>
            </a:bodyPr>
            <a:lstStyle>
              <a:lvl1pPr marL="0" indent="0" algn="l" defTabSz="685800" rtl="0" eaLnBrk="1" latinLnBrk="0" hangingPunct="1">
                <a:lnSpc>
                  <a:spcPts val="1500"/>
                </a:lnSpc>
                <a:spcBef>
                  <a:spcPts val="750"/>
                </a:spcBef>
                <a:buFont typeface="Arial" panose="020B0604020202020204" pitchFamily="34" charset="0"/>
                <a:buNone/>
                <a:defRPr sz="1000" b="0" kern="1200">
                  <a:solidFill>
                    <a:schemeClr val="tx1"/>
                  </a:solidFill>
                  <a:latin typeface="+mn-lt"/>
                  <a:ea typeface="+mn-ea"/>
                  <a:cs typeface="+mn-cs"/>
                </a:defRPr>
              </a:lvl1pPr>
              <a:lvl2pPr marL="342900" indent="0" algn="l" defTabSz="685800" rtl="0" eaLnBrk="1" latinLnBrk="0" hangingPunct="1">
                <a:lnSpc>
                  <a:spcPct val="90000"/>
                </a:lnSpc>
                <a:spcBef>
                  <a:spcPts val="375"/>
                </a:spcBef>
                <a:buFont typeface="Arial" panose="020B0604020202020204" pitchFamily="34" charset="0"/>
                <a:buNone/>
                <a:defRPr sz="1000" b="1" kern="1200">
                  <a:solidFill>
                    <a:schemeClr val="tx1"/>
                  </a:solidFill>
                  <a:latin typeface="+mn-lt"/>
                  <a:ea typeface="+mn-ea"/>
                  <a:cs typeface="+mn-cs"/>
                </a:defRPr>
              </a:lvl2pPr>
              <a:lvl3pPr marL="685800" indent="0" algn="l" defTabSz="685800" rtl="0" eaLnBrk="1" latinLnBrk="0" hangingPunct="1">
                <a:lnSpc>
                  <a:spcPct val="90000"/>
                </a:lnSpc>
                <a:spcBef>
                  <a:spcPts val="375"/>
                </a:spcBef>
                <a:buFont typeface="Arial" panose="020B0604020202020204" pitchFamily="34" charset="0"/>
                <a:buNone/>
                <a:defRPr sz="1000" b="1"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 typeface="Arial" panose="020B0604020202020204" pitchFamily="34" charset="0"/>
                <a:buNone/>
                <a:defRPr sz="1000" b="1"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 typeface="Arial" panose="020B0604020202020204" pitchFamily="34" charset="0"/>
                <a:buNone/>
                <a:defRPr sz="1000" b="1"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87313" indent="-87313">
                <a:lnSpc>
                  <a:spcPts val="1300"/>
                </a:lnSpc>
                <a:spcBef>
                  <a:spcPts val="200"/>
                </a:spcBef>
                <a:buFont typeface="Arial" panose="020B0604020202020204" pitchFamily="34" charset="0"/>
                <a:buChar char="•"/>
              </a:pPr>
              <a:r>
                <a:rPr lang="en-US" sz="1100" b="1" dirty="0">
                  <a:latin typeface="Overpass" pitchFamily="2" charset="0"/>
                  <a:ea typeface="Tahoma" panose="020B0604030504040204" pitchFamily="34" charset="0"/>
                  <a:cs typeface="Tahoma" panose="020B0604030504040204" pitchFamily="34" charset="0"/>
                </a:rPr>
                <a:t>Executive MBA </a:t>
              </a:r>
              <a:r>
                <a:rPr lang="en-US" sz="1100" dirty="0">
                  <a:latin typeface="Overpass" pitchFamily="2" charset="0"/>
                  <a:ea typeface="Tahoma" panose="020B0604030504040204" pitchFamily="34" charset="0"/>
                  <a:cs typeface="Tahoma" panose="020B0604030504040204" pitchFamily="34" charset="0"/>
                </a:rPr>
                <a:t>(Entrepreneurship &amp; High-Tech Management), </a:t>
              </a:r>
              <a:r>
                <a:rPr lang="en-US" sz="1100" b="1" dirty="0">
                  <a:latin typeface="Overpass" pitchFamily="2" charset="0"/>
                  <a:ea typeface="Tahoma" panose="020B0604030504040204" pitchFamily="34" charset="0"/>
                  <a:cs typeface="Tahoma" panose="020B0604030504040204" pitchFamily="34" charset="0"/>
                </a:rPr>
                <a:t>Technion </a:t>
              </a:r>
              <a:r>
                <a:rPr lang="en-US" sz="1100" dirty="0">
                  <a:latin typeface="Overpass" pitchFamily="2" charset="0"/>
                  <a:ea typeface="Tahoma" panose="020B0604030504040204" pitchFamily="34" charset="0"/>
                  <a:cs typeface="Tahoma" panose="020B0604030504040204" pitchFamily="34" charset="0"/>
                </a:rPr>
                <a:t>– Israel Institute of Technology,</a:t>
              </a:r>
              <a:r>
                <a:rPr lang="en-US" sz="1100" b="1" dirty="0">
                  <a:latin typeface="Overpass" pitchFamily="2" charset="0"/>
                  <a:ea typeface="Tahoma" panose="020B0604030504040204" pitchFamily="34" charset="0"/>
                  <a:cs typeface="Tahoma" panose="020B0604030504040204" pitchFamily="34" charset="0"/>
                </a:rPr>
                <a:t> 2016–2018</a:t>
              </a:r>
            </a:p>
            <a:p>
              <a:pPr marL="87313" indent="-87313">
                <a:lnSpc>
                  <a:spcPts val="1300"/>
                </a:lnSpc>
                <a:spcBef>
                  <a:spcPts val="200"/>
                </a:spcBef>
                <a:buFont typeface="Arial" panose="020B0604020202020204" pitchFamily="34" charset="0"/>
                <a:buChar char="•"/>
              </a:pPr>
              <a:r>
                <a:rPr lang="en-US" sz="1100" b="1" dirty="0">
                  <a:latin typeface="Overpass" pitchFamily="2" charset="0"/>
                  <a:ea typeface="Tahoma" panose="020B0604030504040204" pitchFamily="34" charset="0"/>
                  <a:cs typeface="Tahoma" panose="020B0604030504040204" pitchFamily="34" charset="0"/>
                </a:rPr>
                <a:t>B.Sc., Biotechnology &amp; Food Engineering, Technion </a:t>
              </a:r>
              <a:r>
                <a:rPr lang="en-US" sz="1100" dirty="0">
                  <a:latin typeface="Overpass" pitchFamily="2" charset="0"/>
                  <a:ea typeface="Tahoma" panose="020B0604030504040204" pitchFamily="34" charset="0"/>
                  <a:cs typeface="Tahoma" panose="020B0604030504040204" pitchFamily="34" charset="0"/>
                </a:rPr>
                <a:t>– Israel Institute of Technology, </a:t>
              </a:r>
              <a:r>
                <a:rPr lang="en-US" sz="1100" b="1" dirty="0">
                  <a:latin typeface="Overpass" pitchFamily="2" charset="0"/>
                  <a:ea typeface="Tahoma" panose="020B0604030504040204" pitchFamily="34" charset="0"/>
                  <a:cs typeface="Tahoma" panose="020B0604030504040204" pitchFamily="34" charset="0"/>
                </a:rPr>
                <a:t>2005–2008</a:t>
              </a:r>
            </a:p>
            <a:p>
              <a:pPr marL="87313" indent="-87313">
                <a:lnSpc>
                  <a:spcPts val="1300"/>
                </a:lnSpc>
                <a:spcBef>
                  <a:spcPts val="200"/>
                </a:spcBef>
                <a:buFont typeface="Arial" panose="020B0604020202020204" pitchFamily="34" charset="0"/>
                <a:buChar char="•"/>
              </a:pPr>
              <a:r>
                <a:rPr lang="en-US" sz="1100" b="1" dirty="0">
                  <a:latin typeface="Overpass" pitchFamily="2" charset="0"/>
                  <a:ea typeface="Tahoma" panose="020B0604030504040204" pitchFamily="34" charset="0"/>
                  <a:cs typeface="Tahoma" panose="020B0604030504040204" pitchFamily="34" charset="0"/>
                </a:rPr>
                <a:t>Chemical Engineering</a:t>
              </a:r>
              <a:r>
                <a:rPr lang="en-US" sz="1100" dirty="0">
                  <a:latin typeface="Overpass" pitchFamily="2" charset="0"/>
                  <a:ea typeface="Tahoma" panose="020B0604030504040204" pitchFamily="34" charset="0"/>
                  <a:cs typeface="Tahoma" panose="020B0604030504040204" pitchFamily="34" charset="0"/>
                </a:rPr>
                <a:t> – McGill University, Montreal, Canada, </a:t>
              </a:r>
              <a:r>
                <a:rPr lang="en-US" sz="1100" b="1" dirty="0">
                  <a:latin typeface="Overpass" pitchFamily="2" charset="0"/>
                  <a:ea typeface="Tahoma" panose="020B0604030504040204" pitchFamily="34" charset="0"/>
                  <a:cs typeface="Tahoma" panose="020B0604030504040204" pitchFamily="34" charset="0"/>
                </a:rPr>
                <a:t>2004–2005</a:t>
              </a:r>
              <a:endParaRPr lang="en-US" sz="1050" b="1" dirty="0">
                <a:latin typeface="Overpass" pitchFamily="2" charset="0"/>
                <a:ea typeface="Tahoma" panose="020B0604030504040204" pitchFamily="34" charset="0"/>
                <a:cs typeface="Tahoma" panose="020B0604030504040204" pitchFamily="34" charset="0"/>
              </a:endParaRPr>
            </a:p>
          </p:txBody>
        </p:sp>
        <p:sp>
          <p:nvSpPr>
            <p:cNvPr id="231" name="Text Placeholder 46">
              <a:extLst>
                <a:ext uri="{FF2B5EF4-FFF2-40B4-BE49-F238E27FC236}">
                  <a16:creationId xmlns:a16="http://schemas.microsoft.com/office/drawing/2014/main" id="{341669B1-8344-D7A4-D12E-8D04FAB5F455}"/>
                </a:ext>
              </a:extLst>
            </p:cNvPr>
            <p:cNvSpPr txBox="1">
              <a:spLocks/>
            </p:cNvSpPr>
            <p:nvPr/>
          </p:nvSpPr>
          <p:spPr>
            <a:xfrm>
              <a:off x="93673" y="1854031"/>
              <a:ext cx="629175" cy="127022"/>
            </a:xfrm>
            <a:prstGeom prst="rect">
              <a:avLst/>
            </a:prstGeom>
          </p:spPr>
          <p:txBody>
            <a:bodyPr vert="horz" lIns="91440" tIns="45720" rIns="91440" bIns="45720" rtlCol="0">
              <a:noAutofit/>
            </a:bodyPr>
            <a:lstStyle>
              <a:lvl1pPr marL="0" indent="0" algn="l" defTabSz="685800" rtl="0" eaLnBrk="1" latinLnBrk="0" hangingPunct="1">
                <a:lnSpc>
                  <a:spcPct val="90000"/>
                </a:lnSpc>
                <a:spcBef>
                  <a:spcPts val="750"/>
                </a:spcBef>
                <a:buFont typeface="Arial" panose="020B0604020202020204" pitchFamily="34" charset="0"/>
                <a:buNone/>
                <a:defRPr sz="1600" b="1" kern="1200">
                  <a:solidFill>
                    <a:schemeClr val="accent5"/>
                  </a:solidFill>
                  <a:latin typeface="+mj-lt"/>
                  <a:ea typeface="+mn-ea"/>
                  <a:cs typeface="+mn-cs"/>
                </a:defRPr>
              </a:lvl1pPr>
              <a:lvl2pPr marL="342900" indent="0" algn="l" defTabSz="685800" rtl="0" eaLnBrk="1" latinLnBrk="0" hangingPunct="1">
                <a:lnSpc>
                  <a:spcPct val="90000"/>
                </a:lnSpc>
                <a:spcBef>
                  <a:spcPts val="375"/>
                </a:spcBef>
                <a:buFont typeface="Arial" panose="020B0604020202020204" pitchFamily="34" charset="0"/>
                <a:buNone/>
                <a:defRPr sz="1000" b="1" kern="1200">
                  <a:solidFill>
                    <a:schemeClr val="tx1"/>
                  </a:solidFill>
                  <a:latin typeface="+mn-lt"/>
                  <a:ea typeface="+mn-ea"/>
                  <a:cs typeface="+mn-cs"/>
                </a:defRPr>
              </a:lvl2pPr>
              <a:lvl3pPr marL="685800" indent="0" algn="l" defTabSz="685800" rtl="0" eaLnBrk="1" latinLnBrk="0" hangingPunct="1">
                <a:lnSpc>
                  <a:spcPct val="90000"/>
                </a:lnSpc>
                <a:spcBef>
                  <a:spcPts val="375"/>
                </a:spcBef>
                <a:buFont typeface="Arial" panose="020B0604020202020204" pitchFamily="34" charset="0"/>
                <a:buNone/>
                <a:defRPr sz="1000" b="1"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 typeface="Arial" panose="020B0604020202020204" pitchFamily="34" charset="0"/>
                <a:buNone/>
                <a:defRPr sz="1000" b="1"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 typeface="Arial" panose="020B0604020202020204" pitchFamily="34" charset="0"/>
                <a:buNone/>
                <a:defRPr sz="1000" b="1"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spcBef>
                  <a:spcPts val="0"/>
                </a:spcBef>
              </a:pPr>
              <a:r>
                <a:rPr lang="en-US" sz="1500" u="sng" dirty="0">
                  <a:solidFill>
                    <a:srgbClr val="10ABE2"/>
                  </a:solidFill>
                  <a:latin typeface="Overpass" pitchFamily="2" charset="0"/>
                  <a:ea typeface="Tahoma" panose="020B0604030504040204" pitchFamily="34" charset="0"/>
                  <a:cs typeface="Tahoma" panose="020B0604030504040204" pitchFamily="34" charset="0"/>
                </a:rPr>
                <a:t>Education</a:t>
              </a:r>
            </a:p>
          </p:txBody>
        </p:sp>
      </p:grpSp>
      <p:grpSp>
        <p:nvGrpSpPr>
          <p:cNvPr id="2" name="Group 1">
            <a:extLst>
              <a:ext uri="{FF2B5EF4-FFF2-40B4-BE49-F238E27FC236}">
                <a16:creationId xmlns:a16="http://schemas.microsoft.com/office/drawing/2014/main" id="{E8F3DD04-3596-890A-0289-4F6EC51FBB48}"/>
              </a:ext>
            </a:extLst>
          </p:cNvPr>
          <p:cNvGrpSpPr/>
          <p:nvPr/>
        </p:nvGrpSpPr>
        <p:grpSpPr>
          <a:xfrm>
            <a:off x="227685" y="955426"/>
            <a:ext cx="6521090" cy="1179573"/>
            <a:chOff x="2730795" y="1315393"/>
            <a:chExt cx="4090720" cy="1641149"/>
          </a:xfrm>
        </p:grpSpPr>
        <p:sp>
          <p:nvSpPr>
            <p:cNvPr id="4" name="Text Placeholder 45">
              <a:extLst>
                <a:ext uri="{FF2B5EF4-FFF2-40B4-BE49-F238E27FC236}">
                  <a16:creationId xmlns:a16="http://schemas.microsoft.com/office/drawing/2014/main" id="{A14E25B9-74B7-1D86-F100-61C9666B8B8B}"/>
                </a:ext>
              </a:extLst>
            </p:cNvPr>
            <p:cNvSpPr txBox="1">
              <a:spLocks/>
            </p:cNvSpPr>
            <p:nvPr/>
          </p:nvSpPr>
          <p:spPr>
            <a:xfrm>
              <a:off x="2733799" y="1315393"/>
              <a:ext cx="1514170" cy="409575"/>
            </a:xfrm>
            <a:prstGeom prst="rect">
              <a:avLst/>
            </a:prstGeom>
          </p:spPr>
          <p:txBody>
            <a:bodyPr vert="horz" lIns="91440" tIns="45720" rIns="91440" bIns="45720" rtlCol="0">
              <a:noAutofit/>
            </a:bodyPr>
            <a:lstStyle>
              <a:lvl1pPr marL="0" indent="0" algn="l" defTabSz="685800" rtl="0" eaLnBrk="1" latinLnBrk="0" hangingPunct="1">
                <a:lnSpc>
                  <a:spcPct val="90000"/>
                </a:lnSpc>
                <a:spcBef>
                  <a:spcPts val="750"/>
                </a:spcBef>
                <a:buFont typeface="Arial" panose="020B0604020202020204" pitchFamily="34" charset="0"/>
                <a:buNone/>
                <a:defRPr sz="1600" b="1" kern="1200">
                  <a:solidFill>
                    <a:schemeClr val="accent5"/>
                  </a:solidFill>
                  <a:latin typeface="+mj-lt"/>
                  <a:ea typeface="+mn-ea"/>
                  <a:cs typeface="+mn-cs"/>
                </a:defRPr>
              </a:lvl1pPr>
              <a:lvl2pPr marL="342900" indent="0" algn="l" defTabSz="685800" rtl="0" eaLnBrk="1" latinLnBrk="0" hangingPunct="1">
                <a:lnSpc>
                  <a:spcPct val="90000"/>
                </a:lnSpc>
                <a:spcBef>
                  <a:spcPts val="375"/>
                </a:spcBef>
                <a:buFont typeface="Arial" panose="020B0604020202020204" pitchFamily="34" charset="0"/>
                <a:buNone/>
                <a:defRPr sz="1000" b="1" kern="1200">
                  <a:solidFill>
                    <a:schemeClr val="tx1"/>
                  </a:solidFill>
                  <a:latin typeface="+mn-lt"/>
                  <a:ea typeface="+mn-ea"/>
                  <a:cs typeface="+mn-cs"/>
                </a:defRPr>
              </a:lvl2pPr>
              <a:lvl3pPr marL="685800" indent="0" algn="l" defTabSz="685800" rtl="0" eaLnBrk="1" latinLnBrk="0" hangingPunct="1">
                <a:lnSpc>
                  <a:spcPct val="90000"/>
                </a:lnSpc>
                <a:spcBef>
                  <a:spcPts val="375"/>
                </a:spcBef>
                <a:buFont typeface="Arial" panose="020B0604020202020204" pitchFamily="34" charset="0"/>
                <a:buNone/>
                <a:defRPr sz="1000" b="1"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 typeface="Arial" panose="020B0604020202020204" pitchFamily="34" charset="0"/>
                <a:buNone/>
                <a:defRPr sz="1000" b="1"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 typeface="Arial" panose="020B0604020202020204" pitchFamily="34" charset="0"/>
                <a:buNone/>
                <a:defRPr sz="1000" b="1"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sz="1500" u="sng" dirty="0">
                  <a:solidFill>
                    <a:srgbClr val="10ABE2"/>
                  </a:solidFill>
                  <a:latin typeface="Overpass" pitchFamily="2" charset="0"/>
                  <a:ea typeface="Tahoma" panose="020B0604030504040204" pitchFamily="34" charset="0"/>
                  <a:cs typeface="Tahoma" panose="020B0604030504040204" pitchFamily="34" charset="0"/>
                </a:rPr>
                <a:t>Professional summary</a:t>
              </a:r>
            </a:p>
          </p:txBody>
        </p:sp>
        <p:sp>
          <p:nvSpPr>
            <p:cNvPr id="5" name="TextBox 4">
              <a:extLst>
                <a:ext uri="{FF2B5EF4-FFF2-40B4-BE49-F238E27FC236}">
                  <a16:creationId xmlns:a16="http://schemas.microsoft.com/office/drawing/2014/main" id="{CD85A639-1B8A-878B-04BB-3EE82339007A}"/>
                </a:ext>
              </a:extLst>
            </p:cNvPr>
            <p:cNvSpPr txBox="1"/>
            <p:nvPr/>
          </p:nvSpPr>
          <p:spPr>
            <a:xfrm>
              <a:off x="2730795" y="1650496"/>
              <a:ext cx="4090720" cy="1306046"/>
            </a:xfrm>
            <a:prstGeom prst="rect">
              <a:avLst/>
            </a:prstGeom>
            <a:noFill/>
          </p:spPr>
          <p:txBody>
            <a:bodyPr wrap="square" rtlCol="0">
              <a:spAutoFit/>
            </a:bodyPr>
            <a:lstStyle/>
            <a:p>
              <a:r>
                <a:rPr lang="en-US" sz="1100" dirty="0">
                  <a:latin typeface="Overpass" pitchFamily="2" charset="0"/>
                </a:rPr>
                <a:t>Project Manager with 10+ years of experience leading cross-functional teams and delivering complex SaaS, AdTech, and E-commerce projects. Proven track record in managing global teams, implementing Agile practices, and driving projects from concept to launch—on time and within budget. Skilled at aligning stakeholders, mitigating risks, and ensuring project delivery meets business goals. Experience in integrating AI and cloud solutions into scalable digital products.</a:t>
              </a:r>
            </a:p>
          </p:txBody>
        </p:sp>
      </p:grpSp>
      <p:grpSp>
        <p:nvGrpSpPr>
          <p:cNvPr id="8" name="Group 7">
            <a:extLst>
              <a:ext uri="{FF2B5EF4-FFF2-40B4-BE49-F238E27FC236}">
                <a16:creationId xmlns:a16="http://schemas.microsoft.com/office/drawing/2014/main" id="{0706554B-DAEA-F04A-7818-F1555F0613DF}"/>
              </a:ext>
            </a:extLst>
          </p:cNvPr>
          <p:cNvGrpSpPr/>
          <p:nvPr/>
        </p:nvGrpSpPr>
        <p:grpSpPr>
          <a:xfrm>
            <a:off x="174171" y="2994839"/>
            <a:ext cx="6580415" cy="5634798"/>
            <a:chOff x="161926" y="3425453"/>
            <a:chExt cx="6590843" cy="4327955"/>
          </a:xfrm>
        </p:grpSpPr>
        <p:grpSp>
          <p:nvGrpSpPr>
            <p:cNvPr id="12" name="Group 11">
              <a:extLst>
                <a:ext uri="{FF2B5EF4-FFF2-40B4-BE49-F238E27FC236}">
                  <a16:creationId xmlns:a16="http://schemas.microsoft.com/office/drawing/2014/main" id="{CA96F9C5-B4EE-2CE6-5E39-6D2B06DDBAA4}"/>
                </a:ext>
              </a:extLst>
            </p:cNvPr>
            <p:cNvGrpSpPr/>
            <p:nvPr/>
          </p:nvGrpSpPr>
          <p:grpSpPr>
            <a:xfrm>
              <a:off x="161926" y="3425453"/>
              <a:ext cx="6590843" cy="4327955"/>
              <a:chOff x="78398" y="3403414"/>
              <a:chExt cx="6718755" cy="3249845"/>
            </a:xfrm>
          </p:grpSpPr>
          <p:grpSp>
            <p:nvGrpSpPr>
              <p:cNvPr id="6" name="Group 5">
                <a:extLst>
                  <a:ext uri="{FF2B5EF4-FFF2-40B4-BE49-F238E27FC236}">
                    <a16:creationId xmlns:a16="http://schemas.microsoft.com/office/drawing/2014/main" id="{D943FD8F-B645-F5DD-0443-9670451D8FB5}"/>
                  </a:ext>
                </a:extLst>
              </p:cNvPr>
              <p:cNvGrpSpPr/>
              <p:nvPr/>
            </p:nvGrpSpPr>
            <p:grpSpPr>
              <a:xfrm>
                <a:off x="78398" y="3403414"/>
                <a:ext cx="6718755" cy="3249845"/>
                <a:chOff x="-24741" y="2575123"/>
                <a:chExt cx="6949855" cy="2520454"/>
              </a:xfrm>
            </p:grpSpPr>
            <p:sp>
              <p:nvSpPr>
                <p:cNvPr id="154" name="Text Placeholder 52">
                  <a:extLst>
                    <a:ext uri="{FF2B5EF4-FFF2-40B4-BE49-F238E27FC236}">
                      <a16:creationId xmlns:a16="http://schemas.microsoft.com/office/drawing/2014/main" id="{7B120799-BCC3-8E46-2EA5-CFAE368C1FC7}"/>
                    </a:ext>
                  </a:extLst>
                </p:cNvPr>
                <p:cNvSpPr txBox="1">
                  <a:spLocks/>
                </p:cNvSpPr>
                <p:nvPr/>
              </p:nvSpPr>
              <p:spPr>
                <a:xfrm>
                  <a:off x="-24741" y="3863512"/>
                  <a:ext cx="6943718" cy="776192"/>
                </a:xfrm>
                <a:prstGeom prst="rect">
                  <a:avLst/>
                </a:prstGeom>
              </p:spPr>
              <p:txBody>
                <a:bodyPr vert="horz" lIns="91440" tIns="45720" rIns="91440" bIns="45720" rtlCol="0">
                  <a:noAutofit/>
                </a:bodyPr>
                <a:lstStyle>
                  <a:lvl1pPr marL="0" indent="0" algn="l" defTabSz="685800" rtl="0" eaLnBrk="1" latinLnBrk="0" hangingPunct="1">
                    <a:lnSpc>
                      <a:spcPts val="1500"/>
                    </a:lnSpc>
                    <a:spcBef>
                      <a:spcPts val="750"/>
                    </a:spcBef>
                    <a:buFont typeface="Arial" panose="020B0604020202020204" pitchFamily="34" charset="0"/>
                    <a:buNone/>
                    <a:defRPr sz="1000" b="0" kern="1200">
                      <a:solidFill>
                        <a:schemeClr val="tx1"/>
                      </a:solidFill>
                      <a:latin typeface="+mn-lt"/>
                      <a:ea typeface="+mn-ea"/>
                      <a:cs typeface="+mn-cs"/>
                    </a:defRPr>
                  </a:lvl1pPr>
                  <a:lvl2pPr marL="342900" indent="0" algn="l" defTabSz="685800" rtl="0" eaLnBrk="1" latinLnBrk="0" hangingPunct="1">
                    <a:lnSpc>
                      <a:spcPct val="90000"/>
                    </a:lnSpc>
                    <a:spcBef>
                      <a:spcPts val="375"/>
                    </a:spcBef>
                    <a:buFont typeface="Arial" panose="020B0604020202020204" pitchFamily="34" charset="0"/>
                    <a:buNone/>
                    <a:defRPr sz="1000" b="1" kern="1200">
                      <a:solidFill>
                        <a:schemeClr val="tx1"/>
                      </a:solidFill>
                      <a:latin typeface="+mn-lt"/>
                      <a:ea typeface="+mn-ea"/>
                      <a:cs typeface="+mn-cs"/>
                    </a:defRPr>
                  </a:lvl2pPr>
                  <a:lvl3pPr marL="685800" indent="0" algn="l" defTabSz="685800" rtl="0" eaLnBrk="1" latinLnBrk="0" hangingPunct="1">
                    <a:lnSpc>
                      <a:spcPct val="90000"/>
                    </a:lnSpc>
                    <a:spcBef>
                      <a:spcPts val="375"/>
                    </a:spcBef>
                    <a:buFont typeface="Arial" panose="020B0604020202020204" pitchFamily="34" charset="0"/>
                    <a:buNone/>
                    <a:defRPr sz="1000" b="1"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 typeface="Arial" panose="020B0604020202020204" pitchFamily="34" charset="0"/>
                    <a:buNone/>
                    <a:defRPr sz="1000" b="1"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 typeface="Arial" panose="020B0604020202020204" pitchFamily="34" charset="0"/>
                    <a:buNone/>
                    <a:defRPr sz="1000" b="1"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nSpc>
                      <a:spcPct val="100000"/>
                    </a:lnSpc>
                    <a:spcBef>
                      <a:spcPts val="0"/>
                    </a:spcBef>
                  </a:pPr>
                  <a:r>
                    <a:rPr lang="en-IL" sz="1200" b="1" u="sng" dirty="0">
                      <a:latin typeface="Overpass" pitchFamily="2" charset="0"/>
                      <a:ea typeface="Tahoma" panose="020B0604030504040204" pitchFamily="34" charset="0"/>
                      <a:cs typeface="Tahoma" panose="020B0604030504040204" pitchFamily="34" charset="0"/>
                    </a:rPr>
                    <a:t>Arena Plus</a:t>
                  </a:r>
                  <a:r>
                    <a:rPr lang="en-IL" sz="1200" b="1" dirty="0">
                      <a:latin typeface="Overpass" pitchFamily="2" charset="0"/>
                      <a:ea typeface="Tahoma" panose="020B0604030504040204" pitchFamily="34" charset="0"/>
                      <a:cs typeface="Tahoma" panose="020B0604030504040204" pitchFamily="34" charset="0"/>
                    </a:rPr>
                    <a:t> </a:t>
                  </a:r>
                  <a:r>
                    <a:rPr lang="en-IL" sz="1050" i="1" dirty="0">
                      <a:latin typeface="Overpass" pitchFamily="2" charset="0"/>
                      <a:ea typeface="Tahoma" panose="020B0604030504040204" pitchFamily="34" charset="0"/>
                      <a:cs typeface="Tahoma" panose="020B0604030504040204" pitchFamily="34" charset="0"/>
                    </a:rPr>
                    <a:t>Financial Services</a:t>
                  </a:r>
                  <a:r>
                    <a:rPr lang="en-US" sz="1050" i="1" dirty="0">
                      <a:latin typeface="Overpass" pitchFamily="2" charset="0"/>
                      <a:ea typeface="Tahoma" panose="020B0604030504040204" pitchFamily="34" charset="0"/>
                      <a:cs typeface="Tahoma" panose="020B0604030504040204" pitchFamily="34" charset="0"/>
                    </a:rPr>
                    <a:t> </a:t>
                  </a:r>
                  <a:r>
                    <a:rPr lang="en-US" sz="1050" b="1" i="1" dirty="0">
                      <a:effectLst/>
                      <a:latin typeface="Overpass" pitchFamily="2" charset="0"/>
                      <a:ea typeface="Tahoma" panose="020B0604030504040204" pitchFamily="34" charset="0"/>
                      <a:cs typeface="Tahoma" panose="020B0604030504040204" pitchFamily="34" charset="0"/>
                    </a:rPr>
                    <a:t>| </a:t>
                  </a:r>
                  <a:r>
                    <a:rPr lang="en-US" sz="1050" b="1" i="1" dirty="0">
                      <a:latin typeface="Overpass" pitchFamily="2" charset="0"/>
                    </a:rPr>
                    <a:t>Senior Product/Project Manager |</a:t>
                  </a:r>
                  <a:r>
                    <a:rPr lang="en-US" sz="1200" b="1" dirty="0">
                      <a:effectLst/>
                      <a:latin typeface="Overpass" pitchFamily="2" charset="0"/>
                      <a:ea typeface="Tahoma" panose="020B0604030504040204" pitchFamily="34" charset="0"/>
                      <a:cs typeface="Tahoma" panose="020B0604030504040204" pitchFamily="34" charset="0"/>
                    </a:rPr>
                    <a:t>    </a:t>
                  </a:r>
                  <a:r>
                    <a:rPr lang="en-US" sz="1200" b="1" dirty="0">
                      <a:latin typeface="Overpass" pitchFamily="2" charset="0"/>
                      <a:ea typeface="Tahoma" panose="020B0604030504040204" pitchFamily="34" charset="0"/>
                      <a:cs typeface="Tahoma" panose="020B0604030504040204" pitchFamily="34" charset="0"/>
                    </a:rPr>
                    <a:t> 	          </a:t>
                  </a:r>
                  <a:r>
                    <a:rPr lang="en-US" sz="1200" b="1" dirty="0">
                      <a:latin typeface="Overpass" pitchFamily="2" charset="0"/>
                    </a:rPr>
                    <a:t> 2015 - 2018 </a:t>
                  </a:r>
                  <a:r>
                    <a:rPr lang="en-US" sz="1100" b="1" dirty="0">
                      <a:latin typeface="Overpass" pitchFamily="2" charset="0"/>
                    </a:rPr>
                    <a:t>	</a:t>
                  </a:r>
                </a:p>
                <a:p>
                  <a:pPr marL="85725" indent="-85725">
                    <a:lnSpc>
                      <a:spcPct val="100000"/>
                    </a:lnSpc>
                    <a:spcBef>
                      <a:spcPts val="200"/>
                    </a:spcBef>
                    <a:spcAft>
                      <a:spcPts val="200"/>
                    </a:spcAft>
                    <a:buFont typeface="Arial" panose="020B0604020202020204" pitchFamily="34" charset="0"/>
                    <a:buChar char="•"/>
                  </a:pPr>
                  <a:r>
                    <a:rPr lang="en-US" sz="1100" dirty="0">
                      <a:latin typeface="Overpass" pitchFamily="2" charset="0"/>
                    </a:rPr>
                    <a:t>Managed delivery of multiple financial service platform projects, introducing Agile frameworks that cut time-to-market by 20%.</a:t>
                  </a:r>
                </a:p>
                <a:p>
                  <a:pPr marL="85725" indent="-85725">
                    <a:lnSpc>
                      <a:spcPct val="100000"/>
                    </a:lnSpc>
                    <a:spcBef>
                      <a:spcPts val="200"/>
                    </a:spcBef>
                    <a:spcAft>
                      <a:spcPts val="200"/>
                    </a:spcAft>
                    <a:buFont typeface="Arial" panose="020B0604020202020204" pitchFamily="34" charset="0"/>
                    <a:buChar char="•"/>
                  </a:pPr>
                  <a:r>
                    <a:rPr lang="en-US" sz="1100" dirty="0">
                      <a:latin typeface="Overpass" pitchFamily="2" charset="0"/>
                    </a:rPr>
                    <a:t>Oversaw global dev and external UX teams, ensuring roadmap execution and stakeholder alignment.</a:t>
                  </a:r>
                </a:p>
                <a:p>
                  <a:pPr marL="85725" indent="-85725">
                    <a:lnSpc>
                      <a:spcPct val="100000"/>
                    </a:lnSpc>
                    <a:spcBef>
                      <a:spcPts val="200"/>
                    </a:spcBef>
                    <a:spcAft>
                      <a:spcPts val="200"/>
                    </a:spcAft>
                    <a:buFont typeface="Arial" panose="020B0604020202020204" pitchFamily="34" charset="0"/>
                    <a:buChar char="•"/>
                  </a:pPr>
                  <a:r>
                    <a:rPr lang="en-US" sz="1100" dirty="0">
                      <a:latin typeface="Overpass" pitchFamily="2" charset="0"/>
                    </a:rPr>
                    <a:t>Monitored budgets, timelines, and risks while delivering measurable performance improvements.</a:t>
                  </a:r>
                </a:p>
                <a:p>
                  <a:pPr>
                    <a:lnSpc>
                      <a:spcPct val="100000"/>
                    </a:lnSpc>
                    <a:spcBef>
                      <a:spcPts val="200"/>
                    </a:spcBef>
                    <a:spcAft>
                      <a:spcPts val="200"/>
                    </a:spcAft>
                  </a:pPr>
                  <a:r>
                    <a:rPr lang="en-US" sz="1050" b="1" i="1" dirty="0">
                      <a:latin typeface="Overpass" pitchFamily="2" charset="0"/>
                    </a:rPr>
                    <a:t>Product Manager  </a:t>
                  </a:r>
                  <a:r>
                    <a:rPr lang="en-US" sz="1100" b="1" dirty="0">
                      <a:latin typeface="Overpass" pitchFamily="2" charset="0"/>
                    </a:rPr>
                    <a:t>						</a:t>
                  </a:r>
                  <a:r>
                    <a:rPr lang="en-US" sz="1200" b="1" dirty="0">
                      <a:latin typeface="Overpass" pitchFamily="2" charset="0"/>
                    </a:rPr>
                    <a:t>           2013 - 2015</a:t>
                  </a:r>
                  <a:endParaRPr lang="en-US" sz="1100" b="1" dirty="0">
                    <a:latin typeface="Overpass" pitchFamily="2" charset="0"/>
                  </a:endParaRPr>
                </a:p>
                <a:p>
                  <a:pPr marL="85725" indent="-85725">
                    <a:lnSpc>
                      <a:spcPct val="100000"/>
                    </a:lnSpc>
                    <a:spcBef>
                      <a:spcPts val="200"/>
                    </a:spcBef>
                    <a:spcAft>
                      <a:spcPts val="200"/>
                    </a:spcAft>
                    <a:buFont typeface="Arial" panose="020B0604020202020204" pitchFamily="34" charset="0"/>
                    <a:buChar char="•"/>
                  </a:pPr>
                  <a:r>
                    <a:rPr lang="en-US" sz="1100" dirty="0">
                      <a:latin typeface="Overpass" pitchFamily="2" charset="0"/>
                    </a:rPr>
                    <a:t>Drove my product adoption and business growth (+22% quarterly usage, +15% revenue expansion).</a:t>
                  </a:r>
                </a:p>
                <a:p>
                  <a:pPr marL="85725" indent="-85725">
                    <a:lnSpc>
                      <a:spcPct val="100000"/>
                    </a:lnSpc>
                    <a:spcBef>
                      <a:spcPts val="200"/>
                    </a:spcBef>
                    <a:spcAft>
                      <a:spcPts val="200"/>
                    </a:spcAft>
                    <a:buFont typeface="Arial" panose="020B0604020202020204" pitchFamily="34" charset="0"/>
                    <a:buChar char="•"/>
                  </a:pPr>
                  <a:r>
                    <a:rPr lang="en-US" sz="1100" dirty="0">
                      <a:latin typeface="Overpass" pitchFamily="2" charset="0"/>
                    </a:rPr>
                    <a:t>Promoted to Senior PM for successfully leading global teams and strategic project achievements.</a:t>
                  </a:r>
                </a:p>
              </p:txBody>
            </p:sp>
            <p:sp>
              <p:nvSpPr>
                <p:cNvPr id="242" name="Text Placeholder 45">
                  <a:extLst>
                    <a:ext uri="{FF2B5EF4-FFF2-40B4-BE49-F238E27FC236}">
                      <a16:creationId xmlns:a16="http://schemas.microsoft.com/office/drawing/2014/main" id="{736313EA-3C2D-C5A9-2ED3-22681A16B477}"/>
                    </a:ext>
                  </a:extLst>
                </p:cNvPr>
                <p:cNvSpPr txBox="1">
                  <a:spLocks/>
                </p:cNvSpPr>
                <p:nvPr/>
              </p:nvSpPr>
              <p:spPr>
                <a:xfrm>
                  <a:off x="-19577" y="2575123"/>
                  <a:ext cx="2719752" cy="199157"/>
                </a:xfrm>
                <a:prstGeom prst="rect">
                  <a:avLst/>
                </a:prstGeom>
              </p:spPr>
              <p:txBody>
                <a:bodyPr vert="horz" lIns="91440" tIns="45720" rIns="91440" bIns="45720" rtlCol="0">
                  <a:noAutofit/>
                </a:bodyPr>
                <a:lstStyle>
                  <a:lvl1pPr marL="0" indent="0" algn="l" defTabSz="685800" rtl="0" eaLnBrk="1" latinLnBrk="0" hangingPunct="1">
                    <a:lnSpc>
                      <a:spcPct val="90000"/>
                    </a:lnSpc>
                    <a:spcBef>
                      <a:spcPts val="750"/>
                    </a:spcBef>
                    <a:buFont typeface="Arial" panose="020B0604020202020204" pitchFamily="34" charset="0"/>
                    <a:buNone/>
                    <a:defRPr sz="1600" b="1" kern="1200">
                      <a:solidFill>
                        <a:schemeClr val="accent5"/>
                      </a:solidFill>
                      <a:latin typeface="+mj-lt"/>
                      <a:ea typeface="+mn-ea"/>
                      <a:cs typeface="+mn-cs"/>
                    </a:defRPr>
                  </a:lvl1pPr>
                  <a:lvl2pPr marL="342900" indent="0" algn="l" defTabSz="685800" rtl="0" eaLnBrk="1" latinLnBrk="0" hangingPunct="1">
                    <a:lnSpc>
                      <a:spcPct val="90000"/>
                    </a:lnSpc>
                    <a:spcBef>
                      <a:spcPts val="375"/>
                    </a:spcBef>
                    <a:buFont typeface="Arial" panose="020B0604020202020204" pitchFamily="34" charset="0"/>
                    <a:buNone/>
                    <a:defRPr sz="1000" b="1" kern="1200">
                      <a:solidFill>
                        <a:schemeClr val="tx1"/>
                      </a:solidFill>
                      <a:latin typeface="+mn-lt"/>
                      <a:ea typeface="+mn-ea"/>
                      <a:cs typeface="+mn-cs"/>
                    </a:defRPr>
                  </a:lvl2pPr>
                  <a:lvl3pPr marL="685800" indent="0" algn="l" defTabSz="685800" rtl="0" eaLnBrk="1" latinLnBrk="0" hangingPunct="1">
                    <a:lnSpc>
                      <a:spcPct val="90000"/>
                    </a:lnSpc>
                    <a:spcBef>
                      <a:spcPts val="375"/>
                    </a:spcBef>
                    <a:buFont typeface="Arial" panose="020B0604020202020204" pitchFamily="34" charset="0"/>
                    <a:buNone/>
                    <a:defRPr sz="1000" b="1"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 typeface="Arial" panose="020B0604020202020204" pitchFamily="34" charset="0"/>
                    <a:buNone/>
                    <a:defRPr sz="1000" b="1"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 typeface="Arial" panose="020B0604020202020204" pitchFamily="34" charset="0"/>
                    <a:buNone/>
                    <a:defRPr sz="1000" b="1"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sz="1500" u="sng" dirty="0">
                      <a:solidFill>
                        <a:srgbClr val="10ABE2"/>
                      </a:solidFill>
                      <a:latin typeface="Overpass" pitchFamily="2" charset="0"/>
                      <a:ea typeface="Tahoma" panose="020B0604030504040204" pitchFamily="34" charset="0"/>
                      <a:cs typeface="Tahoma" panose="020B0604030504040204" pitchFamily="34" charset="0"/>
                    </a:rPr>
                    <a:t>Professional experience</a:t>
                  </a:r>
                </a:p>
              </p:txBody>
            </p:sp>
            <p:sp>
              <p:nvSpPr>
                <p:cNvPr id="9" name="Text Placeholder 52">
                  <a:extLst>
                    <a:ext uri="{FF2B5EF4-FFF2-40B4-BE49-F238E27FC236}">
                      <a16:creationId xmlns:a16="http://schemas.microsoft.com/office/drawing/2014/main" id="{6871FAD5-DAC9-2E88-43EE-71DE2313B5BC}"/>
                    </a:ext>
                  </a:extLst>
                </p:cNvPr>
                <p:cNvSpPr txBox="1">
                  <a:spLocks/>
                </p:cNvSpPr>
                <p:nvPr/>
              </p:nvSpPr>
              <p:spPr>
                <a:xfrm>
                  <a:off x="-18603" y="4610338"/>
                  <a:ext cx="6943717" cy="236466"/>
                </a:xfrm>
                <a:prstGeom prst="rect">
                  <a:avLst/>
                </a:prstGeom>
              </p:spPr>
              <p:txBody>
                <a:bodyPr vert="horz" lIns="91440" tIns="45720" rIns="91440" bIns="45720" rtlCol="0">
                  <a:noAutofit/>
                </a:bodyPr>
                <a:lstStyle>
                  <a:lvl1pPr marL="0" indent="0" algn="l" defTabSz="685800" rtl="0" eaLnBrk="1" latinLnBrk="0" hangingPunct="1">
                    <a:lnSpc>
                      <a:spcPts val="1500"/>
                    </a:lnSpc>
                    <a:spcBef>
                      <a:spcPts val="750"/>
                    </a:spcBef>
                    <a:buFont typeface="Arial" panose="020B0604020202020204" pitchFamily="34" charset="0"/>
                    <a:buNone/>
                    <a:defRPr sz="1000" b="0" kern="1200">
                      <a:solidFill>
                        <a:schemeClr val="tx1"/>
                      </a:solidFill>
                      <a:latin typeface="+mn-lt"/>
                      <a:ea typeface="+mn-ea"/>
                      <a:cs typeface="+mn-cs"/>
                    </a:defRPr>
                  </a:lvl1pPr>
                  <a:lvl2pPr marL="342900" indent="0" algn="l" defTabSz="685800" rtl="0" eaLnBrk="1" latinLnBrk="0" hangingPunct="1">
                    <a:lnSpc>
                      <a:spcPct val="90000"/>
                    </a:lnSpc>
                    <a:spcBef>
                      <a:spcPts val="375"/>
                    </a:spcBef>
                    <a:buFont typeface="Arial" panose="020B0604020202020204" pitchFamily="34" charset="0"/>
                    <a:buNone/>
                    <a:defRPr sz="1000" b="1" kern="1200">
                      <a:solidFill>
                        <a:schemeClr val="tx1"/>
                      </a:solidFill>
                      <a:latin typeface="+mn-lt"/>
                      <a:ea typeface="+mn-ea"/>
                      <a:cs typeface="+mn-cs"/>
                    </a:defRPr>
                  </a:lvl2pPr>
                  <a:lvl3pPr marL="685800" indent="0" algn="l" defTabSz="685800" rtl="0" eaLnBrk="1" latinLnBrk="0" hangingPunct="1">
                    <a:lnSpc>
                      <a:spcPct val="90000"/>
                    </a:lnSpc>
                    <a:spcBef>
                      <a:spcPts val="375"/>
                    </a:spcBef>
                    <a:buFont typeface="Arial" panose="020B0604020202020204" pitchFamily="34" charset="0"/>
                    <a:buNone/>
                    <a:defRPr sz="1000" b="1"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 typeface="Arial" panose="020B0604020202020204" pitchFamily="34" charset="0"/>
                    <a:buNone/>
                    <a:defRPr sz="1000" b="1"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 typeface="Arial" panose="020B0604020202020204" pitchFamily="34" charset="0"/>
                    <a:buNone/>
                    <a:defRPr sz="1000" b="1"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nSpc>
                      <a:spcPct val="100000"/>
                    </a:lnSpc>
                    <a:spcBef>
                      <a:spcPts val="0"/>
                    </a:spcBef>
                  </a:pPr>
                  <a:r>
                    <a:rPr lang="it-IT" sz="1100" b="1" dirty="0">
                      <a:latin typeface="Overpass" pitchFamily="2" charset="0"/>
                      <a:ea typeface="Tahoma" panose="020B0604030504040204" pitchFamily="34" charset="0"/>
                      <a:cs typeface="Tahoma" panose="020B0604030504040204" pitchFamily="34" charset="0"/>
                      <a:hlinkClick r:id="rId3">
                        <a:extLst>
                          <a:ext uri="{A12FA001-AC4F-418D-AE19-62706E023703}">
                            <ahyp:hlinkClr xmlns:ahyp="http://schemas.microsoft.com/office/drawing/2018/hyperlinkcolor" val="tx"/>
                          </a:ext>
                        </a:extLst>
                      </a:hlinkClick>
                    </a:rPr>
                    <a:t>Pharmabest Inc. &amp; Philtel Inc.</a:t>
                  </a:r>
                  <a:r>
                    <a:rPr lang="it-IT" sz="1050" b="1" dirty="0">
                      <a:latin typeface="Overpass" pitchFamily="2" charset="0"/>
                      <a:ea typeface="Tahoma" panose="020B0604030504040204" pitchFamily="34" charset="0"/>
                      <a:cs typeface="Tahoma" panose="020B0604030504040204" pitchFamily="34" charset="0"/>
                    </a:rPr>
                    <a:t> | </a:t>
                  </a:r>
                  <a:r>
                    <a:rPr lang="it-IT" sz="1050" b="1" i="1" dirty="0">
                      <a:latin typeface="Overpass" pitchFamily="2" charset="0"/>
                      <a:ea typeface="Tahoma" panose="020B0604030504040204" pitchFamily="34" charset="0"/>
                      <a:cs typeface="Tahoma" panose="020B0604030504040204" pitchFamily="34" charset="0"/>
                    </a:rPr>
                    <a:t>Exec. QA Manager |</a:t>
                  </a:r>
                  <a:r>
                    <a:rPr lang="it-IT" sz="1100" b="1" dirty="0">
                      <a:latin typeface="Overpass" pitchFamily="2" charset="0"/>
                      <a:ea typeface="Tahoma" panose="020B0604030504040204" pitchFamily="34" charset="0"/>
                      <a:cs typeface="Tahoma" panose="020B0604030504040204" pitchFamily="34" charset="0"/>
                    </a:rPr>
                    <a:t>	      		</a:t>
                  </a:r>
                  <a:r>
                    <a:rPr lang="it-IT" sz="1200" b="1" dirty="0">
                      <a:latin typeface="Overpass" pitchFamily="2" charset="0"/>
                      <a:ea typeface="Tahoma" panose="020B0604030504040204" pitchFamily="34" charset="0"/>
                      <a:cs typeface="Tahoma" panose="020B0604030504040204" pitchFamily="34" charset="0"/>
                    </a:rPr>
                    <a:t>           2011 - 2013</a:t>
                  </a:r>
                  <a:endParaRPr lang="it-IT" sz="1100" b="1" dirty="0">
                    <a:latin typeface="Overpass" pitchFamily="2" charset="0"/>
                    <a:ea typeface="Tahoma" panose="020B0604030504040204" pitchFamily="34" charset="0"/>
                    <a:cs typeface="Tahoma" panose="020B0604030504040204" pitchFamily="34" charset="0"/>
                  </a:endParaRPr>
                </a:p>
                <a:p>
                  <a:pPr marL="85725" indent="-85725">
                    <a:lnSpc>
                      <a:spcPct val="100000"/>
                    </a:lnSpc>
                    <a:spcBef>
                      <a:spcPts val="200"/>
                    </a:spcBef>
                    <a:buFont typeface="Arial" panose="020B0604020202020204" pitchFamily="34" charset="0"/>
                    <a:buChar char="•"/>
                  </a:pPr>
                  <a:r>
                    <a:rPr lang="en-US" sz="1050" dirty="0">
                      <a:latin typeface="Overpass" pitchFamily="2" charset="0"/>
                    </a:rPr>
                    <a:t>Managed QA processes for medical food and devices projects, ensuring compliance and quality assurance under strict deadlines.</a:t>
                  </a:r>
                  <a:endParaRPr lang="it-IT" sz="1400" i="1" dirty="0">
                    <a:effectLst/>
                    <a:latin typeface="Overpass" pitchFamily="2" charset="0"/>
                    <a:ea typeface="Tahoma" panose="020B0604030504040204" pitchFamily="34" charset="0"/>
                    <a:cs typeface="Tahoma" panose="020B0604030504040204" pitchFamily="34" charset="0"/>
                  </a:endParaRPr>
                </a:p>
              </p:txBody>
            </p:sp>
            <p:sp>
              <p:nvSpPr>
                <p:cNvPr id="10" name="Text Placeholder 52">
                  <a:extLst>
                    <a:ext uri="{FF2B5EF4-FFF2-40B4-BE49-F238E27FC236}">
                      <a16:creationId xmlns:a16="http://schemas.microsoft.com/office/drawing/2014/main" id="{BA499EBC-730C-6472-42B1-4FBCAD1BA552}"/>
                    </a:ext>
                  </a:extLst>
                </p:cNvPr>
                <p:cNvSpPr txBox="1">
                  <a:spLocks/>
                </p:cNvSpPr>
                <p:nvPr/>
              </p:nvSpPr>
              <p:spPr>
                <a:xfrm>
                  <a:off x="-6035" y="4859111"/>
                  <a:ext cx="6931149" cy="236466"/>
                </a:xfrm>
                <a:prstGeom prst="rect">
                  <a:avLst/>
                </a:prstGeom>
              </p:spPr>
              <p:txBody>
                <a:bodyPr vert="horz" lIns="91440" tIns="45720" rIns="91440" bIns="45720" rtlCol="0">
                  <a:noAutofit/>
                </a:bodyPr>
                <a:lstStyle>
                  <a:lvl1pPr marL="0" indent="0" algn="l" defTabSz="685800" rtl="0" eaLnBrk="1" latinLnBrk="0" hangingPunct="1">
                    <a:lnSpc>
                      <a:spcPts val="1500"/>
                    </a:lnSpc>
                    <a:spcBef>
                      <a:spcPts val="750"/>
                    </a:spcBef>
                    <a:buFont typeface="Arial" panose="020B0604020202020204" pitchFamily="34" charset="0"/>
                    <a:buNone/>
                    <a:defRPr sz="1000" b="0" kern="1200">
                      <a:solidFill>
                        <a:schemeClr val="tx1"/>
                      </a:solidFill>
                      <a:latin typeface="+mn-lt"/>
                      <a:ea typeface="+mn-ea"/>
                      <a:cs typeface="+mn-cs"/>
                    </a:defRPr>
                  </a:lvl1pPr>
                  <a:lvl2pPr marL="342900" indent="0" algn="l" defTabSz="685800" rtl="0" eaLnBrk="1" latinLnBrk="0" hangingPunct="1">
                    <a:lnSpc>
                      <a:spcPct val="90000"/>
                    </a:lnSpc>
                    <a:spcBef>
                      <a:spcPts val="375"/>
                    </a:spcBef>
                    <a:buFont typeface="Arial" panose="020B0604020202020204" pitchFamily="34" charset="0"/>
                    <a:buNone/>
                    <a:defRPr sz="1000" b="1" kern="1200">
                      <a:solidFill>
                        <a:schemeClr val="tx1"/>
                      </a:solidFill>
                      <a:latin typeface="+mn-lt"/>
                      <a:ea typeface="+mn-ea"/>
                      <a:cs typeface="+mn-cs"/>
                    </a:defRPr>
                  </a:lvl2pPr>
                  <a:lvl3pPr marL="685800" indent="0" algn="l" defTabSz="685800" rtl="0" eaLnBrk="1" latinLnBrk="0" hangingPunct="1">
                    <a:lnSpc>
                      <a:spcPct val="90000"/>
                    </a:lnSpc>
                    <a:spcBef>
                      <a:spcPts val="375"/>
                    </a:spcBef>
                    <a:buFont typeface="Arial" panose="020B0604020202020204" pitchFamily="34" charset="0"/>
                    <a:buNone/>
                    <a:defRPr sz="1000" b="1"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 typeface="Arial" panose="020B0604020202020204" pitchFamily="34" charset="0"/>
                    <a:buNone/>
                    <a:defRPr sz="1000" b="1"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 typeface="Arial" panose="020B0604020202020204" pitchFamily="34" charset="0"/>
                    <a:buNone/>
                    <a:defRPr sz="1000" b="1"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nSpc>
                      <a:spcPct val="100000"/>
                    </a:lnSpc>
                    <a:spcBef>
                      <a:spcPts val="0"/>
                    </a:spcBef>
                  </a:pPr>
                  <a:r>
                    <a:rPr lang="it-IT" sz="1100" b="1" dirty="0">
                      <a:effectLst/>
                      <a:latin typeface="Overpass" pitchFamily="2" charset="0"/>
                      <a:ea typeface="Tahoma" panose="020B0604030504040204" pitchFamily="34" charset="0"/>
                      <a:cs typeface="Tahoma" panose="020B0604030504040204" pitchFamily="34" charset="0"/>
                      <a:hlinkClick r:id="rId4">
                        <a:extLst>
                          <a:ext uri="{A12FA001-AC4F-418D-AE19-62706E023703}">
                            <ahyp:hlinkClr xmlns:ahyp="http://schemas.microsoft.com/office/drawing/2018/hyperlinkcolor" val="tx"/>
                          </a:ext>
                        </a:extLst>
                      </a:hlinkClick>
                    </a:rPr>
                    <a:t>Blau Pharmaceuticals Services Inc.</a:t>
                  </a:r>
                  <a:r>
                    <a:rPr lang="it-IT" sz="1050" b="1" i="1" dirty="0">
                      <a:effectLst/>
                      <a:latin typeface="Overpass" pitchFamily="2" charset="0"/>
                      <a:ea typeface="Tahoma" panose="020B0604030504040204" pitchFamily="34" charset="0"/>
                      <a:cs typeface="Tahoma" panose="020B0604030504040204" pitchFamily="34" charset="0"/>
                    </a:rPr>
                    <a:t> | Regulatory Affairs Consultant |</a:t>
                  </a:r>
                  <a:r>
                    <a:rPr lang="it-IT" sz="1100" b="1" dirty="0">
                      <a:effectLst/>
                      <a:latin typeface="Overpass" pitchFamily="2" charset="0"/>
                      <a:ea typeface="Tahoma" panose="020B0604030504040204" pitchFamily="34" charset="0"/>
                      <a:cs typeface="Tahoma" panose="020B0604030504040204" pitchFamily="34" charset="0"/>
                    </a:rPr>
                    <a:t>	</a:t>
                  </a:r>
                  <a:r>
                    <a:rPr lang="it-IT" sz="1200" b="1" dirty="0">
                      <a:latin typeface="Overpass" pitchFamily="2" charset="0"/>
                      <a:ea typeface="Tahoma" panose="020B0604030504040204" pitchFamily="34" charset="0"/>
                      <a:cs typeface="Tahoma" panose="020B0604030504040204" pitchFamily="34" charset="0"/>
                    </a:rPr>
                    <a:t>           </a:t>
                  </a:r>
                  <a:r>
                    <a:rPr lang="it-IT" sz="1200" b="1" dirty="0">
                      <a:effectLst/>
                      <a:latin typeface="Overpass" pitchFamily="2" charset="0"/>
                      <a:ea typeface="Tahoma" panose="020B0604030504040204" pitchFamily="34" charset="0"/>
                      <a:cs typeface="Tahoma" panose="020B0604030504040204" pitchFamily="34" charset="0"/>
                    </a:rPr>
                    <a:t>2009 - 2011</a:t>
                  </a:r>
                </a:p>
                <a:p>
                  <a:pPr marL="85725" indent="-85725">
                    <a:lnSpc>
                      <a:spcPct val="100000"/>
                    </a:lnSpc>
                    <a:spcBef>
                      <a:spcPts val="200"/>
                    </a:spcBef>
                    <a:buFont typeface="Arial" panose="020B0604020202020204" pitchFamily="34" charset="0"/>
                    <a:buChar char="•"/>
                  </a:pPr>
                  <a:r>
                    <a:rPr lang="en-US" sz="1050" dirty="0">
                      <a:latin typeface="Overpass" pitchFamily="2" charset="0"/>
                    </a:rPr>
                    <a:t>Advised pharma companies on regulatory project documentation and compliance </a:t>
                  </a:r>
                  <a:r>
                    <a:rPr lang="it-IT" sz="1050" i="1" dirty="0">
                      <a:effectLst/>
                      <a:latin typeface="Overpass" pitchFamily="2" charset="0"/>
                      <a:ea typeface="Tahoma" panose="020B0604030504040204" pitchFamily="34" charset="0"/>
                      <a:cs typeface="Tahoma" panose="020B0604030504040204" pitchFamily="34" charset="0"/>
                    </a:rPr>
                    <a:t>Affairs.</a:t>
                  </a:r>
                </a:p>
              </p:txBody>
            </p:sp>
          </p:grpSp>
          <p:sp>
            <p:nvSpPr>
              <p:cNvPr id="11" name="TextBox 10">
                <a:extLst>
                  <a:ext uri="{FF2B5EF4-FFF2-40B4-BE49-F238E27FC236}">
                    <a16:creationId xmlns:a16="http://schemas.microsoft.com/office/drawing/2014/main" id="{D6C75DF8-197B-BFD3-34D2-297D5EA3D213}"/>
                  </a:ext>
                </a:extLst>
              </p:cNvPr>
              <p:cNvSpPr txBox="1">
                <a:spLocks/>
              </p:cNvSpPr>
              <p:nvPr/>
            </p:nvSpPr>
            <p:spPr>
              <a:xfrm>
                <a:off x="78399" y="4158865"/>
                <a:ext cx="6713716" cy="946713"/>
              </a:xfrm>
              <a:prstGeom prst="rect">
                <a:avLst/>
              </a:prstGeom>
              <a:noFill/>
            </p:spPr>
            <p:txBody>
              <a:bodyPr wrap="square" rtlCol="0">
                <a:spAutoFit/>
              </a:bodyPr>
              <a:lstStyle/>
              <a:p>
                <a:r>
                  <a:rPr lang="en-US" sz="1200" b="1" u="sng" dirty="0">
                    <a:latin typeface="Overpass" pitchFamily="2" charset="0"/>
                    <a:ea typeface="Tahoma" panose="020B0604030504040204" pitchFamily="34" charset="0"/>
                    <a:cs typeface="Tahoma" panose="020B0604030504040204" pitchFamily="34" charset="0"/>
                  </a:rPr>
                  <a:t>TouchE</a:t>
                </a:r>
                <a:r>
                  <a:rPr lang="en-US" sz="1200" b="1" dirty="0">
                    <a:latin typeface="Overpass" pitchFamily="2" charset="0"/>
                    <a:ea typeface="Tahoma" panose="020B0604030504040204" pitchFamily="34" charset="0"/>
                    <a:cs typeface="Tahoma" panose="020B0604030504040204" pitchFamily="34" charset="0"/>
                  </a:rPr>
                  <a:t> </a:t>
                </a:r>
                <a:r>
                  <a:rPr lang="en-US" sz="1050" i="1" dirty="0">
                    <a:latin typeface="Overpass" pitchFamily="2" charset="0"/>
                  </a:rPr>
                  <a:t>AI interactive video SaaS</a:t>
                </a:r>
                <a:r>
                  <a:rPr lang="en-US" sz="1050" b="1" i="1" dirty="0">
                    <a:latin typeface="Overpass" pitchFamily="2" charset="0"/>
                  </a:rPr>
                  <a:t>  </a:t>
                </a:r>
                <a:r>
                  <a:rPr lang="en-US" sz="1050" b="1" i="1" dirty="0">
                    <a:latin typeface="Overpass" pitchFamily="2" charset="0"/>
                    <a:ea typeface="Tahoma" panose="020B0604030504040204" pitchFamily="34" charset="0"/>
                    <a:cs typeface="Tahoma" panose="020B0604030504040204" pitchFamily="34" charset="0"/>
                  </a:rPr>
                  <a:t>| </a:t>
                </a:r>
                <a:r>
                  <a:rPr lang="en-US" sz="1050" b="1" i="1" dirty="0">
                    <a:latin typeface="Overpass" pitchFamily="2" charset="0"/>
                  </a:rPr>
                  <a:t>Co-Founder &amp; Product/Project Lead |</a:t>
                </a:r>
                <a:r>
                  <a:rPr lang="en-US" sz="1200" b="1" dirty="0">
                    <a:latin typeface="Overpass" pitchFamily="2" charset="0"/>
                    <a:ea typeface="Tahoma" panose="020B0604030504040204" pitchFamily="34" charset="0"/>
                    <a:cs typeface="Tahoma" panose="020B0604030504040204" pitchFamily="34" charset="0"/>
                  </a:rPr>
                  <a:t>		     2018 - 2024</a:t>
                </a:r>
              </a:p>
              <a:p>
                <a:pPr marL="85725" indent="-85725">
                  <a:spcBef>
                    <a:spcPts val="200"/>
                  </a:spcBef>
                  <a:spcAft>
                    <a:spcPts val="200"/>
                  </a:spcAft>
                  <a:buFont typeface="Arial" panose="020B0604020202020204" pitchFamily="34" charset="0"/>
                  <a:buChar char="•"/>
                </a:pPr>
                <a:r>
                  <a:rPr lang="en-US" sz="1100" dirty="0">
                    <a:latin typeface="Overpass" pitchFamily="2" charset="0"/>
                  </a:rPr>
                  <a:t>Directed all project phases of an AI-powered interactive video platform, from roadmap planning to release, securing $2.5M in seed funding.</a:t>
                </a:r>
                <a:endParaRPr lang="he-IL" sz="1100" dirty="0">
                  <a:latin typeface="Overpass" pitchFamily="2" charset="0"/>
                </a:endParaRPr>
              </a:p>
              <a:p>
                <a:pPr marL="85725" indent="-85725">
                  <a:spcBef>
                    <a:spcPts val="200"/>
                  </a:spcBef>
                  <a:spcAft>
                    <a:spcPts val="200"/>
                  </a:spcAft>
                  <a:buFont typeface="Arial" panose="020B0604020202020204" pitchFamily="34" charset="0"/>
                  <a:buChar char="•"/>
                </a:pPr>
                <a:r>
                  <a:rPr lang="en-US" sz="1100" dirty="0">
                    <a:latin typeface="Overpass" pitchFamily="2" charset="0"/>
                  </a:rPr>
                  <a:t>Coordinated cross-functional teams (engineering, design, QA, data) across Web, Mobile, and Smart-TV, delivering multi-platform releases on schedule.</a:t>
                </a:r>
                <a:endParaRPr lang="he-IL" sz="1100" dirty="0">
                  <a:latin typeface="Overpass" pitchFamily="2" charset="0"/>
                </a:endParaRPr>
              </a:p>
              <a:p>
                <a:pPr marL="85725" indent="-85725">
                  <a:spcBef>
                    <a:spcPts val="200"/>
                  </a:spcBef>
                  <a:spcAft>
                    <a:spcPts val="200"/>
                  </a:spcAft>
                  <a:buFont typeface="Arial" panose="020B0604020202020204" pitchFamily="34" charset="0"/>
                  <a:buChar char="•"/>
                </a:pPr>
                <a:r>
                  <a:rPr lang="en-US" sz="1100" dirty="0">
                    <a:latin typeface="Overpass" pitchFamily="2" charset="0"/>
                  </a:rPr>
                  <a:t>Managed client integrations with enterprise partners (HOT, Ozon, Eros Now), ensuring alignment of technical delivery and business goals.</a:t>
                </a:r>
                <a:endParaRPr lang="he-IL" sz="1100" dirty="0">
                  <a:latin typeface="Overpass" pitchFamily="2" charset="0"/>
                </a:endParaRPr>
              </a:p>
              <a:p>
                <a:pPr marL="85725" indent="-85725">
                  <a:spcBef>
                    <a:spcPts val="200"/>
                  </a:spcBef>
                  <a:spcAft>
                    <a:spcPts val="200"/>
                  </a:spcAft>
                  <a:buFont typeface="Arial" panose="020B0604020202020204" pitchFamily="34" charset="0"/>
                  <a:buChar char="•"/>
                </a:pPr>
                <a:r>
                  <a:rPr lang="en-US" sz="1100" dirty="0">
                    <a:latin typeface="Overpass" pitchFamily="2" charset="0"/>
                  </a:rPr>
                  <a:t>Led Agile development processes, boosting team efficiency by 38% and product adoption by 24%.</a:t>
                </a:r>
              </a:p>
            </p:txBody>
          </p:sp>
        </p:grpSp>
        <p:sp>
          <p:nvSpPr>
            <p:cNvPr id="7" name="Text Placeholder 52">
              <a:extLst>
                <a:ext uri="{FF2B5EF4-FFF2-40B4-BE49-F238E27FC236}">
                  <a16:creationId xmlns:a16="http://schemas.microsoft.com/office/drawing/2014/main" id="{C74AC998-3F7B-596D-682D-63841FD8BC26}"/>
                </a:ext>
              </a:extLst>
            </p:cNvPr>
            <p:cNvSpPr txBox="1">
              <a:spLocks/>
            </p:cNvSpPr>
            <p:nvPr/>
          </p:nvSpPr>
          <p:spPr>
            <a:xfrm>
              <a:off x="179665" y="3652016"/>
              <a:ext cx="6568161" cy="919663"/>
            </a:xfrm>
            <a:prstGeom prst="rect">
              <a:avLst/>
            </a:prstGeom>
          </p:spPr>
          <p:txBody>
            <a:bodyPr vert="horz" lIns="91440" tIns="45720" rIns="91440" bIns="45720" rtlCol="0">
              <a:noAutofit/>
            </a:bodyPr>
            <a:lstStyle>
              <a:lvl1pPr marL="0" indent="0" algn="l" defTabSz="685800" rtl="0" eaLnBrk="1" latinLnBrk="0" hangingPunct="1">
                <a:lnSpc>
                  <a:spcPts val="1500"/>
                </a:lnSpc>
                <a:spcBef>
                  <a:spcPts val="750"/>
                </a:spcBef>
                <a:buFont typeface="Arial" panose="020B0604020202020204" pitchFamily="34" charset="0"/>
                <a:buNone/>
                <a:defRPr sz="1000" b="0" kern="1200">
                  <a:solidFill>
                    <a:schemeClr val="tx1"/>
                  </a:solidFill>
                  <a:latin typeface="+mn-lt"/>
                  <a:ea typeface="+mn-ea"/>
                  <a:cs typeface="+mn-cs"/>
                </a:defRPr>
              </a:lvl1pPr>
              <a:lvl2pPr marL="342900" indent="0" algn="l" defTabSz="685800" rtl="0" eaLnBrk="1" latinLnBrk="0" hangingPunct="1">
                <a:lnSpc>
                  <a:spcPct val="90000"/>
                </a:lnSpc>
                <a:spcBef>
                  <a:spcPts val="375"/>
                </a:spcBef>
                <a:buFont typeface="Arial" panose="020B0604020202020204" pitchFamily="34" charset="0"/>
                <a:buNone/>
                <a:defRPr sz="1000" b="1" kern="1200">
                  <a:solidFill>
                    <a:schemeClr val="tx1"/>
                  </a:solidFill>
                  <a:latin typeface="+mn-lt"/>
                  <a:ea typeface="+mn-ea"/>
                  <a:cs typeface="+mn-cs"/>
                </a:defRPr>
              </a:lvl2pPr>
              <a:lvl3pPr marL="685800" indent="0" algn="l" defTabSz="685800" rtl="0" eaLnBrk="1" latinLnBrk="0" hangingPunct="1">
                <a:lnSpc>
                  <a:spcPct val="90000"/>
                </a:lnSpc>
                <a:spcBef>
                  <a:spcPts val="375"/>
                </a:spcBef>
                <a:buFont typeface="Arial" panose="020B0604020202020204" pitchFamily="34" charset="0"/>
                <a:buNone/>
                <a:defRPr sz="1000" b="1"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 typeface="Arial" panose="020B0604020202020204" pitchFamily="34" charset="0"/>
                <a:buNone/>
                <a:defRPr sz="1000" b="1"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 typeface="Arial" panose="020B0604020202020204" pitchFamily="34" charset="0"/>
                <a:buNone/>
                <a:defRPr sz="1000" b="1"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nSpc>
                  <a:spcPct val="100000"/>
                </a:lnSpc>
                <a:spcBef>
                  <a:spcPts val="0"/>
                </a:spcBef>
              </a:pPr>
              <a:r>
                <a:rPr lang="it-IT" sz="1200" b="1" u="sng" dirty="0">
                  <a:latin typeface="Overpass" pitchFamily="2" charset="0"/>
                  <a:ea typeface="Tahoma" panose="020B0604030504040204" pitchFamily="34" charset="0"/>
                  <a:cs typeface="Tahoma" panose="020B0604030504040204" pitchFamily="34" charset="0"/>
                </a:rPr>
                <a:t>Inon Baasov Ltd</a:t>
              </a:r>
              <a:r>
                <a:rPr lang="it-IT" sz="1200" b="1" dirty="0">
                  <a:latin typeface="Overpass" pitchFamily="2" charset="0"/>
                  <a:ea typeface="Tahoma" panose="020B0604030504040204" pitchFamily="34" charset="0"/>
                  <a:cs typeface="Tahoma" panose="020B0604030504040204" pitchFamily="34" charset="0"/>
                </a:rPr>
                <a:t>  </a:t>
              </a:r>
              <a:r>
                <a:rPr lang="it-IT" sz="1200" dirty="0">
                  <a:latin typeface="Overpass" pitchFamily="2" charset="0"/>
                  <a:ea typeface="Tahoma" panose="020B0604030504040204" pitchFamily="34" charset="0"/>
                  <a:cs typeface="Tahoma" panose="020B0604030504040204" pitchFamily="34" charset="0"/>
                </a:rPr>
                <a:t>|</a:t>
              </a:r>
              <a:r>
                <a:rPr lang="it-IT" sz="1200" b="1" dirty="0">
                  <a:latin typeface="Overpass" pitchFamily="2" charset="0"/>
                  <a:ea typeface="Tahoma" panose="020B0604030504040204" pitchFamily="34" charset="0"/>
                  <a:cs typeface="Tahoma" panose="020B0604030504040204" pitchFamily="34" charset="0"/>
                </a:rPr>
                <a:t> </a:t>
              </a:r>
              <a:r>
                <a:rPr lang="it-IT" sz="1050" b="1" i="1" dirty="0">
                  <a:latin typeface="Overpass" pitchFamily="2" charset="0"/>
                  <a:ea typeface="Tahoma" panose="020B0604030504040204" pitchFamily="34" charset="0"/>
                  <a:cs typeface="Tahoma" panose="020B0604030504040204" pitchFamily="34" charset="0"/>
                </a:rPr>
                <a:t>Product Strategy Consultant  </a:t>
              </a:r>
              <a:r>
                <a:rPr lang="it-IT" sz="1050" i="1" dirty="0">
                  <a:latin typeface="Overpass" pitchFamily="2" charset="0"/>
                  <a:ea typeface="Tahoma" panose="020B0604030504040204" pitchFamily="34" charset="0"/>
                  <a:cs typeface="Tahoma" panose="020B0604030504040204" pitchFamily="34" charset="0"/>
                </a:rPr>
                <a:t>|			              </a:t>
              </a:r>
              <a:r>
                <a:rPr lang="it-IT" sz="1200" b="1" dirty="0">
                  <a:latin typeface="Overpass" pitchFamily="2" charset="0"/>
                  <a:ea typeface="Tahoma" panose="020B0604030504040204" pitchFamily="34" charset="0"/>
                  <a:cs typeface="Tahoma" panose="020B0604030504040204" pitchFamily="34" charset="0"/>
                </a:rPr>
                <a:t>2024 - Present</a:t>
              </a:r>
            </a:p>
            <a:p>
              <a:pPr marL="85725" indent="-85725">
                <a:lnSpc>
                  <a:spcPct val="100000"/>
                </a:lnSpc>
                <a:spcBef>
                  <a:spcPts val="200"/>
                </a:spcBef>
                <a:spcAft>
                  <a:spcPts val="200"/>
                </a:spcAft>
                <a:buFont typeface="Arial" panose="020B0604020202020204" pitchFamily="34" charset="0"/>
                <a:buChar char="•"/>
              </a:pPr>
              <a:r>
                <a:rPr lang="en-US" sz="1100" dirty="0">
                  <a:latin typeface="Overpass" pitchFamily="2" charset="0"/>
                </a:rPr>
                <a:t>Lead project delivery for startups and pre-seed ventures, aligning strategy with execution.</a:t>
              </a:r>
            </a:p>
            <a:p>
              <a:pPr marL="85725" indent="-85725">
                <a:lnSpc>
                  <a:spcPct val="100000"/>
                </a:lnSpc>
                <a:spcBef>
                  <a:spcPts val="200"/>
                </a:spcBef>
                <a:spcAft>
                  <a:spcPts val="200"/>
                </a:spcAft>
                <a:buFont typeface="Arial" panose="020B0604020202020204" pitchFamily="34" charset="0"/>
                <a:buChar char="•"/>
              </a:pPr>
              <a:r>
                <a:rPr lang="en-US" sz="1100" dirty="0">
                  <a:latin typeface="Overpass" pitchFamily="2" charset="0"/>
                </a:rPr>
                <a:t>Scope, plan, and manage end-to-end delivery of AI and digital projects (e.g., </a:t>
              </a:r>
              <a:r>
                <a:rPr lang="en-US" sz="1100" dirty="0" err="1">
                  <a:latin typeface="Overpass" pitchFamily="2" charset="0"/>
                </a:rPr>
                <a:t>AiRakoon</a:t>
              </a:r>
              <a:r>
                <a:rPr lang="en-US" sz="1100" dirty="0">
                  <a:latin typeface="Overpass" pitchFamily="2" charset="0"/>
                </a:rPr>
                <a:t> AI model, Smash+ fitness app, </a:t>
              </a:r>
              <a:r>
                <a:rPr lang="en-US" sz="1100" dirty="0" err="1">
                  <a:latin typeface="Overpass" pitchFamily="2" charset="0"/>
                </a:rPr>
                <a:t>Medicrowd</a:t>
              </a:r>
              <a:r>
                <a:rPr lang="en-US" sz="1100" dirty="0">
                  <a:latin typeface="Overpass" pitchFamily="2" charset="0"/>
                </a:rPr>
                <a:t> platform, </a:t>
              </a:r>
              <a:r>
                <a:rPr lang="en-US" sz="1100" dirty="0" err="1">
                  <a:latin typeface="Overpass" pitchFamily="2" charset="0"/>
                </a:rPr>
                <a:t>Yazamos</a:t>
              </a:r>
              <a:r>
                <a:rPr lang="en-US" sz="1100" dirty="0">
                  <a:latin typeface="Overpass" pitchFamily="2" charset="0"/>
                </a:rPr>
                <a:t> real estate solution).</a:t>
              </a:r>
            </a:p>
            <a:p>
              <a:pPr marL="85725" indent="-85725">
                <a:lnSpc>
                  <a:spcPct val="100000"/>
                </a:lnSpc>
                <a:spcBef>
                  <a:spcPts val="200"/>
                </a:spcBef>
                <a:spcAft>
                  <a:spcPts val="200"/>
                </a:spcAft>
                <a:buFont typeface="Arial" panose="020B0604020202020204" pitchFamily="34" charset="0"/>
                <a:buChar char="•"/>
              </a:pPr>
              <a:r>
                <a:rPr lang="en-US" sz="1100" dirty="0">
                  <a:latin typeface="Overpass" pitchFamily="2" charset="0"/>
                </a:rPr>
                <a:t>Define project milestones, resource allocation, and success KPIs to ensure timely execution.</a:t>
              </a:r>
              <a:endParaRPr lang="it-IT" sz="1100" i="1" dirty="0">
                <a:effectLst/>
                <a:latin typeface="Overpass" pitchFamily="2" charset="0"/>
                <a:ea typeface="Tahoma" panose="020B0604030504040204" pitchFamily="34" charset="0"/>
                <a:cs typeface="Tahoma" panose="020B0604030504040204" pitchFamily="34" charset="0"/>
              </a:endParaRPr>
            </a:p>
          </p:txBody>
        </p:sp>
      </p:grpSp>
    </p:spTree>
    <p:extLst>
      <p:ext uri="{BB962C8B-B14F-4D97-AF65-F5344CB8AC3E}">
        <p14:creationId xmlns:p14="http://schemas.microsoft.com/office/powerpoint/2010/main" val="1945325877"/>
      </p:ext>
    </p:extLst>
  </p:cSld>
  <p:clrMapOvr>
    <a:masterClrMapping/>
  </p:clrMapOvr>
</p:sld>
</file>

<file path=ppt/theme/theme1.xml><?xml version="1.0" encoding="utf-8"?>
<a:theme xmlns:a="http://schemas.openxmlformats.org/drawingml/2006/main" name="Office Theme">
  <a:themeElements>
    <a:clrScheme name="Custom 3">
      <a:dk1>
        <a:srgbClr val="000000"/>
      </a:dk1>
      <a:lt1>
        <a:srgbClr val="FFFFFF"/>
      </a:lt1>
      <a:dk2>
        <a:srgbClr val="0073E6"/>
      </a:dk2>
      <a:lt2>
        <a:srgbClr val="ECECEC"/>
      </a:lt2>
      <a:accent1>
        <a:srgbClr val="4253B3"/>
      </a:accent1>
      <a:accent2>
        <a:srgbClr val="9C93FF"/>
      </a:accent2>
      <a:accent3>
        <a:srgbClr val="AD547C"/>
      </a:accent3>
      <a:accent4>
        <a:srgbClr val="934DA5"/>
      </a:accent4>
      <a:accent5>
        <a:srgbClr val="6E50B4"/>
      </a:accent5>
      <a:accent6>
        <a:srgbClr val="4F5BB7"/>
      </a:accent6>
      <a:hlink>
        <a:srgbClr val="F83837"/>
      </a:hlink>
      <a:folHlink>
        <a:srgbClr val="58ACF6"/>
      </a:folHlink>
    </a:clrScheme>
    <a:fontScheme name="Custom 31">
      <a:majorFont>
        <a:latin typeface="Georgia"/>
        <a:ea typeface=""/>
        <a:cs typeface=""/>
      </a:majorFont>
      <a:minorFont>
        <a:latin typeface="Franklin Gothic Book"/>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lassic-orchid-resume_win32_SL_v7.potx" id="{A787C318-3181-4A77-B7C8-5722A7A19F30}" vid="{C19FF49A-4F30-46C6-8079-C77920ACD5D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Classic orchid resume</Template>
  <TotalTime>130795</TotalTime>
  <Words>499</Words>
  <Application>Microsoft Office PowerPoint</Application>
  <PresentationFormat>Letter Paper (8.5x11 in)</PresentationFormat>
  <Paragraphs>32</Paragraphs>
  <Slides>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Arial</vt:lpstr>
      <vt:lpstr>Calibri</vt:lpstr>
      <vt:lpstr>Franklin Gothic Book</vt:lpstr>
      <vt:lpstr>Georgia</vt:lpstr>
      <vt:lpstr>Overpass</vt:lpstr>
      <vt:lpstr>Office Theme</vt:lpstr>
      <vt:lpstr>INON BAASOV</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Inon Baasov</dc:creator>
  <cp:lastModifiedBy>Inon Baasov</cp:lastModifiedBy>
  <cp:revision>13</cp:revision>
  <dcterms:created xsi:type="dcterms:W3CDTF">2024-07-25T09:15:15Z</dcterms:created>
  <dcterms:modified xsi:type="dcterms:W3CDTF">2025-09-26T19:05:14Z</dcterms:modified>
</cp:coreProperties>
</file>