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DD1000-EBF6-4EAF-B6B3-FC2B83ACBBA5}" v="2" dt="2025-08-27T12:35:58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50" d="100"/>
          <a:sy n="150" d="100"/>
        </p:scale>
        <p:origin x="1173" y="-219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modSld">
      <pc:chgData name="Inon Baasov" userId="675f8575db202d33" providerId="LiveId" clId="{6535A8C2-D6D1-40A6-B57B-6CAB1510FB70}" dt="2025-08-28T14:14:41.054" v="197" actId="1035"/>
      <pc:docMkLst>
        <pc:docMk/>
      </pc:docMkLst>
      <pc:sldChg chg="modSp mod">
        <pc:chgData name="Inon Baasov" userId="675f8575db202d33" providerId="LiveId" clId="{6535A8C2-D6D1-40A6-B57B-6CAB1510FB70}" dt="2025-08-28T14:14:41.054" v="197" actId="1035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5-08-27T12:35:23.566" v="0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5-08-27T12:41:51.071" v="117" actId="1035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5-08-28T14:14:07.762" v="170" actId="1035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5-08-28T14:14:07.762" v="170" actId="1035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5-08-27T12:40:39.677" v="111" actId="1036"/>
          <ac:spMkLst>
            <pc:docMk/>
            <pc:sldMk cId="1945325877" sldId="260"/>
            <ac:spMk id="11" creationId="{D6C75DF8-197B-BFD3-34D2-297D5EA3D213}"/>
          </ac:spMkLst>
        </pc:spChg>
        <pc:spChg chg="mod">
          <ac:chgData name="Inon Baasov" userId="675f8575db202d33" providerId="LiveId" clId="{6535A8C2-D6D1-40A6-B57B-6CAB1510FB70}" dt="2025-08-28T14:12:42.082" v="121" actId="20577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5-08-27T12:39:27.531" v="89" actId="1035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535A8C2-D6D1-40A6-B57B-6CAB1510FB70}" dt="2025-08-28T14:14:29.303" v="172" actId="14100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5-08-28T14:14:41.054" v="197" actId="1035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5-08-28T14:14:34.381" v="182" actId="1035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27665" y="1997983"/>
            <a:ext cx="6400585" cy="1325944"/>
            <a:chOff x="93673" y="1854031"/>
            <a:chExt cx="2936874" cy="495502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424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endParaRPr lang="en-US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</a:rPr>
                <a:t>Executive MBA, </a:t>
              </a:r>
              <a:r>
                <a:rPr lang="en-US" sz="1100" dirty="0">
                  <a:latin typeface="Overpass" pitchFamily="2" charset="0"/>
                </a:rPr>
                <a:t>Entrepreneurship &amp; Management in High-Tech Industries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b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Focused on strategic product development, global leadership, and high-tech innovation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endParaRPr lang="he-IL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 University, Montreal,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27685" y="933654"/>
            <a:ext cx="6503315" cy="1107875"/>
            <a:chOff x="2730795" y="1315393"/>
            <a:chExt cx="4090720" cy="1641151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7"/>
              <a:ext cx="4090720" cy="13060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Strategy and product executive with 10+ years of experience in SaaS, AdTech, and E-commerce. Proven expertise in market research, financial modeling, and competitive analysis to drive long-term product and business strategies. Co-founder and Product Lead with a record of securing $2.5M in funding, building strategic partnerships, and scaling products globally. Skilled in data-driven decision-making, cross-functional leadership, and execution of growth initiatives.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74171" y="3307596"/>
            <a:ext cx="6593115" cy="5602342"/>
            <a:chOff x="161926" y="3400043"/>
            <a:chExt cx="6590843" cy="523047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00043"/>
              <a:ext cx="6590843" cy="5230471"/>
              <a:chOff x="78398" y="3384334"/>
              <a:chExt cx="6718755" cy="3927533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384334"/>
                <a:ext cx="6718755" cy="3927533"/>
                <a:chOff x="-24741" y="2560328"/>
                <a:chExt cx="6949855" cy="3046041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355180"/>
                  <a:ext cx="6943718" cy="91753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-</a:t>
                  </a:r>
                  <a:r>
                    <a:rPr lang="en-US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	</a:t>
                  </a:r>
                  <a:r>
                    <a:rPr lang="en-IL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Senior Product Manager            			2015 - 2018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Introduced Agile practices, reducing time-to-market by 20%. Delivered data-driven roadmaps that improved performance and engagement.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global dev teams and external UX partners, aligning execution with strategic priorities.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Product Manager  				2013 - 2015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Drove 15% business growth and +22% quarterly adoption through product execution.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Promoted to Senior PM by leading strategic planning and cross-team coordination.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60328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5173694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     		2011 - 2013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– </a:t>
                  </a:r>
                  <a:r>
                    <a:rPr lang="en-US" sz="900" dirty="0">
                      <a:latin typeface="Overpass" pitchFamily="2" charset="0"/>
                    </a:rPr>
                    <a:t>"Quality means doing it right when no one is looking“, H. Ford. QA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369903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2009 - 2011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Pharmaceuticals Regulatory Affairs Consultant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491099"/>
                <a:ext cx="6713716" cy="1313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-</a:t>
                </a:r>
                <a:r>
                  <a:rPr lang="en-US" sz="1200" i="1" dirty="0">
                    <a:latin typeface="Overpass" pitchFamily="2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AI-powered interactive video platform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2018 - 2024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100" b="1" dirty="0">
                    <a:latin typeface="Overpass" pitchFamily="2" charset="0"/>
                  </a:rPr>
                  <a:t>Co-Founder &amp; Product Lead</a:t>
                </a:r>
                <a:endParaRPr lang="en-US" sz="1100" i="1" dirty="0">
                  <a:latin typeface="Overpass" pitchFamily="2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Defined and executed roadmap for an AI-powered interactive video platform; secured $2.5M seed funding by presenting strong strategic vision.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Partnered with design, engineering, QA, and data teams to deliver features across Web, Mobile, and Smart-TV under Agile.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Built alliances with enterprise clients and tech partners, expanding reach and integrating cloud infrastructure.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Oversaw scalability, retention, and monetization, iterating features to improve performance and engagement.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96116"/>
              <a:ext cx="6568161" cy="110799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Self-employed		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Advise early-stage and pre-seed startups on product vision, strategy, and execution—focusing on AI integration, UX, and scalable digital products.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Conduct market research, competitive landscape analysis, and financial modeling to identify growth opportunities.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Projects include: </a:t>
              </a:r>
              <a:r>
                <a:rPr lang="en-US" sz="1100" dirty="0" err="1">
                  <a:latin typeface="Overpass" pitchFamily="2" charset="0"/>
                </a:rPr>
                <a:t>AiRakoon</a:t>
              </a:r>
              <a:r>
                <a:rPr lang="en-US" sz="1100" dirty="0">
                  <a:latin typeface="Overpass" pitchFamily="2" charset="0"/>
                </a:rPr>
                <a:t> (enterprise AI model), Smash+ (fitness app), </a:t>
              </a:r>
              <a:r>
                <a:rPr lang="en-US" sz="1100" dirty="0" err="1">
                  <a:latin typeface="Overpass" pitchFamily="2" charset="0"/>
                </a:rPr>
                <a:t>Medicrowd</a:t>
              </a:r>
              <a:r>
                <a:rPr lang="en-US" sz="1100" dirty="0">
                  <a:latin typeface="Overpass" pitchFamily="2" charset="0"/>
                </a:rPr>
                <a:t> (funding platform), </a:t>
              </a:r>
              <a:r>
                <a:rPr lang="en-US" sz="1100" dirty="0" err="1">
                  <a:latin typeface="Overpass" pitchFamily="2" charset="0"/>
                </a:rPr>
                <a:t>Yazamos</a:t>
              </a:r>
              <a:r>
                <a:rPr lang="en-US" sz="1100" dirty="0">
                  <a:latin typeface="Overpass" pitchFamily="2" charset="0"/>
                </a:rPr>
                <a:t> (real estate communication).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116857</TotalTime>
  <Words>463</Words>
  <Application>Microsoft Office PowerPoint</Application>
  <PresentationFormat>Letter Paper (8.5x11 in)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13</cp:revision>
  <dcterms:created xsi:type="dcterms:W3CDTF">2024-07-25T09:15:15Z</dcterms:created>
  <dcterms:modified xsi:type="dcterms:W3CDTF">2025-08-28T14:14:43Z</dcterms:modified>
</cp:coreProperties>
</file>